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434" r:id="rId2"/>
    <p:sldId id="354" r:id="rId3"/>
    <p:sldId id="367" r:id="rId4"/>
    <p:sldId id="368" r:id="rId5"/>
    <p:sldId id="369" r:id="rId6"/>
    <p:sldId id="366" r:id="rId7"/>
    <p:sldId id="371" r:id="rId8"/>
    <p:sldId id="372" r:id="rId9"/>
    <p:sldId id="355" r:id="rId10"/>
    <p:sldId id="370" r:id="rId11"/>
    <p:sldId id="374" r:id="rId12"/>
    <p:sldId id="373" r:id="rId13"/>
    <p:sldId id="375" r:id="rId14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611"/>
    <a:srgbClr val="1368CC"/>
    <a:srgbClr val="596891"/>
    <a:srgbClr val="A9D18E"/>
    <a:srgbClr val="FFBD84"/>
    <a:srgbClr val="FFFF28"/>
    <a:srgbClr val="FFFF00"/>
    <a:srgbClr val="F46C62"/>
    <a:srgbClr val="F67E7E"/>
    <a:srgbClr val="FF8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62" autoAdjust="0"/>
    <p:restoredTop sz="96374" autoAdjust="0"/>
  </p:normalViewPr>
  <p:slideViewPr>
    <p:cSldViewPr snapToGrid="0">
      <p:cViewPr varScale="1">
        <p:scale>
          <a:sx n="60" d="100"/>
          <a:sy n="60" d="100"/>
        </p:scale>
        <p:origin x="2650" y="58"/>
      </p:cViewPr>
      <p:guideLst>
        <p:guide orient="horz" pos="2880"/>
        <p:guide pos="21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91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1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5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3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2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4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7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4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9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0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9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tif"/><Relationship Id="rId4" Type="http://schemas.openxmlformats.org/officeDocument/2006/relationships/image" Target="../media/image9.t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"/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"/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"/><Relationship Id="rId2" Type="http://schemas.openxmlformats.org/officeDocument/2006/relationships/image" Target="../media/image15.t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"/><Relationship Id="rId2" Type="http://schemas.openxmlformats.org/officeDocument/2006/relationships/image" Target="../media/image17.t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"/><Relationship Id="rId2" Type="http://schemas.openxmlformats.org/officeDocument/2006/relationships/image" Target="../media/image19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tif"/><Relationship Id="rId4" Type="http://schemas.openxmlformats.org/officeDocument/2006/relationships/image" Target="../media/image21.t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"/><Relationship Id="rId2" Type="http://schemas.openxmlformats.org/officeDocument/2006/relationships/image" Target="../media/image23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tif"/><Relationship Id="rId4" Type="http://schemas.openxmlformats.org/officeDocument/2006/relationships/image" Target="../media/image25.t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"/><Relationship Id="rId2" Type="http://schemas.openxmlformats.org/officeDocument/2006/relationships/image" Target="../media/image27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tif"/><Relationship Id="rId4" Type="http://schemas.openxmlformats.org/officeDocument/2006/relationships/image" Target="../media/image29.t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"/><Relationship Id="rId2" Type="http://schemas.openxmlformats.org/officeDocument/2006/relationships/image" Target="../media/image31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tif"/><Relationship Id="rId4" Type="http://schemas.openxmlformats.org/officeDocument/2006/relationships/image" Target="../media/image33.t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if"/><Relationship Id="rId2" Type="http://schemas.openxmlformats.org/officeDocument/2006/relationships/image" Target="../media/image35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tif"/><Relationship Id="rId4" Type="http://schemas.openxmlformats.org/officeDocument/2006/relationships/image" Target="../media/image37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C8C4D9-2CDB-4B67-AF99-8ECA04BD8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62" y="875090"/>
            <a:ext cx="2880000" cy="384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56D236-A7C1-4F43-B2FD-45E592D63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039" y="875090"/>
            <a:ext cx="2880000" cy="384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452131" y="903973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72F976-DC50-41CD-A947-FB986E9A7A6C}"/>
              </a:ext>
            </a:extLst>
          </p:cNvPr>
          <p:cNvSpPr txBox="1"/>
          <p:nvPr/>
        </p:nvSpPr>
        <p:spPr>
          <a:xfrm>
            <a:off x="3596208" y="903973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171AFF4-E4F8-4F84-B27C-2E8709BAD6DC}"/>
              </a:ext>
            </a:extLst>
          </p:cNvPr>
          <p:cNvGrpSpPr/>
          <p:nvPr/>
        </p:nvGrpSpPr>
        <p:grpSpPr>
          <a:xfrm>
            <a:off x="914477" y="1154548"/>
            <a:ext cx="883601" cy="624039"/>
            <a:chOff x="1255264" y="3513337"/>
            <a:chExt cx="843685" cy="624039"/>
          </a:xfrm>
          <a:effectLst>
            <a:glow rad="50800">
              <a:schemeClr val="bg1"/>
            </a:glow>
          </a:effectLst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F84A3C8-B1D2-4CC0-A761-E5610A1B7E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0006" y="3826101"/>
              <a:ext cx="81567" cy="311275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49D97AE-BE38-4B5A-815B-85E9DF2D868C}"/>
                </a:ext>
              </a:extLst>
            </p:cNvPr>
            <p:cNvSpPr txBox="1"/>
            <p:nvPr/>
          </p:nvSpPr>
          <p:spPr>
            <a:xfrm>
              <a:off x="1255264" y="3513337"/>
              <a:ext cx="843685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RE: Hg/HgO electrode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270EC28-CF18-4C9F-ABEB-5B26E00F3699}"/>
              </a:ext>
            </a:extLst>
          </p:cNvPr>
          <p:cNvGrpSpPr/>
          <p:nvPr/>
        </p:nvGrpSpPr>
        <p:grpSpPr>
          <a:xfrm>
            <a:off x="2037126" y="1120525"/>
            <a:ext cx="966828" cy="1246097"/>
            <a:chOff x="124149" y="3704552"/>
            <a:chExt cx="966828" cy="1246097"/>
          </a:xfrm>
          <a:effectLst>
            <a:glow rad="50800">
              <a:schemeClr val="bg1"/>
            </a:glow>
          </a:effectLst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D8D7D7F-BE9F-4B7A-B20A-D47F01038B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49" y="3833556"/>
              <a:ext cx="454371" cy="1117093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9D02CC3-2D03-405B-8787-952970033209}"/>
                </a:ext>
              </a:extLst>
            </p:cNvPr>
            <p:cNvSpPr txBox="1"/>
            <p:nvPr/>
          </p:nvSpPr>
          <p:spPr>
            <a:xfrm>
              <a:off x="301175" y="3704552"/>
              <a:ext cx="789802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Stainless steel bolts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CC60D6C-8FC2-459B-AED9-FD5F4BF46584}"/>
              </a:ext>
            </a:extLst>
          </p:cNvPr>
          <p:cNvGrpSpPr/>
          <p:nvPr/>
        </p:nvGrpSpPr>
        <p:grpSpPr>
          <a:xfrm>
            <a:off x="5636397" y="3057895"/>
            <a:ext cx="728964" cy="933586"/>
            <a:chOff x="563322" y="3081577"/>
            <a:chExt cx="728964" cy="933586"/>
          </a:xfrm>
          <a:effectLst>
            <a:glow rad="50800">
              <a:schemeClr val="bg1"/>
            </a:glow>
          </a:effectLst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F3422A8-289A-43A9-8230-3F719324CD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322" y="3081577"/>
              <a:ext cx="358569" cy="696347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230B69F-93E5-44F1-ABC8-2FC5491123D4}"/>
                </a:ext>
              </a:extLst>
            </p:cNvPr>
            <p:cNvSpPr txBox="1"/>
            <p:nvPr/>
          </p:nvSpPr>
          <p:spPr>
            <a:xfrm>
              <a:off x="572076" y="3640592"/>
              <a:ext cx="720210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50x objective</a:t>
              </a:r>
            </a:p>
          </p:txBody>
        </p:sp>
      </p:grpSp>
      <p:sp>
        <p:nvSpPr>
          <p:cNvPr id="183" name="Rectangle 182">
            <a:extLst>
              <a:ext uri="{FF2B5EF4-FFF2-40B4-BE49-F238E27FC236}">
                <a16:creationId xmlns:a16="http://schemas.microsoft.com/office/drawing/2014/main" id="{3ABB7E1B-16BA-4909-ADF1-D53B419464D1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395E2C7-2817-4B13-ACCD-85148B818CCD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D87AB65-A5C5-4ABC-B43B-7318542E5003}"/>
              </a:ext>
            </a:extLst>
          </p:cNvPr>
          <p:cNvGrpSpPr/>
          <p:nvPr/>
        </p:nvGrpSpPr>
        <p:grpSpPr>
          <a:xfrm>
            <a:off x="4991788" y="1398983"/>
            <a:ext cx="1267819" cy="603823"/>
            <a:chOff x="140710" y="3344040"/>
            <a:chExt cx="1267819" cy="603823"/>
          </a:xfrm>
          <a:effectLst>
            <a:glow rad="50800">
              <a:schemeClr val="bg1"/>
            </a:glow>
          </a:effectLst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4DD162A6-56F5-4048-B221-701740FC3A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515" y="3344040"/>
              <a:ext cx="308185" cy="416538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683A00E-6016-4F34-B3DD-7D58AE130B19}"/>
                </a:ext>
              </a:extLst>
            </p:cNvPr>
            <p:cNvSpPr txBox="1"/>
            <p:nvPr/>
          </p:nvSpPr>
          <p:spPr>
            <a:xfrm>
              <a:off x="140710" y="3573292"/>
              <a:ext cx="1267819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Confocal Raman microscope</a:t>
              </a:r>
              <a:endParaRPr lang="nl-NL" sz="1100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DB72E7D-7330-4D9A-AB04-063760EA6296}"/>
              </a:ext>
            </a:extLst>
          </p:cNvPr>
          <p:cNvGrpSpPr/>
          <p:nvPr/>
        </p:nvGrpSpPr>
        <p:grpSpPr>
          <a:xfrm>
            <a:off x="640333" y="2939938"/>
            <a:ext cx="862952" cy="374571"/>
            <a:chOff x="616703" y="3800074"/>
            <a:chExt cx="862952" cy="374571"/>
          </a:xfrm>
          <a:effectLst>
            <a:glow rad="50800">
              <a:schemeClr val="bg1"/>
            </a:glow>
          </a:effectLst>
        </p:grpSpPr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C76BBBE4-9513-4595-95DE-CE447BA74C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6752" y="3863636"/>
              <a:ext cx="612903" cy="123724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A6208A5-EF00-410F-B093-398DE75B9677}"/>
                </a:ext>
              </a:extLst>
            </p:cNvPr>
            <p:cNvSpPr txBox="1"/>
            <p:nvPr/>
          </p:nvSpPr>
          <p:spPr>
            <a:xfrm>
              <a:off x="616703" y="3800074"/>
              <a:ext cx="444460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Cell body</a:t>
              </a: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7E1E9D3-D5F0-43FA-BFB2-95CB85CFE4A1}"/>
              </a:ext>
            </a:extLst>
          </p:cNvPr>
          <p:cNvGrpSpPr/>
          <p:nvPr/>
        </p:nvGrpSpPr>
        <p:grpSpPr>
          <a:xfrm>
            <a:off x="1991433" y="2971687"/>
            <a:ext cx="1220119" cy="757741"/>
            <a:chOff x="-1244632" y="5189177"/>
            <a:chExt cx="1220119" cy="757741"/>
          </a:xfrm>
          <a:effectLst>
            <a:glow rad="50800">
              <a:schemeClr val="bg1"/>
            </a:glow>
          </a:effectLst>
        </p:grpSpPr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1CD50DAA-46E4-4867-AAF3-044A434E7EC6}"/>
                </a:ext>
              </a:extLst>
            </p:cNvPr>
            <p:cNvCxnSpPr>
              <a:cxnSpLocks/>
            </p:cNvCxnSpPr>
            <p:nvPr/>
          </p:nvCxnSpPr>
          <p:spPr>
            <a:xfrm>
              <a:off x="-1244632" y="5189177"/>
              <a:ext cx="677731" cy="664099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F4C82C22-6888-45A1-92CC-EBE43C3C6BDE}"/>
                </a:ext>
              </a:extLst>
            </p:cNvPr>
            <p:cNvSpPr txBox="1"/>
            <p:nvPr/>
          </p:nvSpPr>
          <p:spPr>
            <a:xfrm>
              <a:off x="-695431" y="5759633"/>
              <a:ext cx="670918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WE: SPE</a:t>
              </a: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4929E324-5C53-409D-A311-6852DDB31811}"/>
              </a:ext>
            </a:extLst>
          </p:cNvPr>
          <p:cNvGrpSpPr/>
          <p:nvPr/>
        </p:nvGrpSpPr>
        <p:grpSpPr>
          <a:xfrm>
            <a:off x="967317" y="3754241"/>
            <a:ext cx="936996" cy="762817"/>
            <a:chOff x="-1660498" y="4863128"/>
            <a:chExt cx="936996" cy="762817"/>
          </a:xfrm>
          <a:effectLst>
            <a:glow rad="50800">
              <a:schemeClr val="bg1"/>
            </a:glow>
          </a:effectLst>
        </p:grpSpPr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8F930B97-AE26-4B82-8C65-A3113ADADB49}"/>
                </a:ext>
              </a:extLst>
            </p:cNvPr>
            <p:cNvCxnSpPr>
              <a:cxnSpLocks/>
            </p:cNvCxnSpPr>
            <p:nvPr/>
          </p:nvCxnSpPr>
          <p:spPr>
            <a:xfrm>
              <a:off x="-1656371" y="4863128"/>
              <a:ext cx="271210" cy="575532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58B8B5D8-B23F-4BB9-AF7B-34B291F3BD57}"/>
                </a:ext>
              </a:extLst>
            </p:cNvPr>
            <p:cNvSpPr txBox="1"/>
            <p:nvPr/>
          </p:nvSpPr>
          <p:spPr>
            <a:xfrm>
              <a:off x="-1660498" y="5251374"/>
              <a:ext cx="936996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CE: Ni foam electrode</a:t>
              </a:r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FA2CB9A-148A-42EE-8924-2229A72F1BD2}"/>
              </a:ext>
            </a:extLst>
          </p:cNvPr>
          <p:cNvGrpSpPr/>
          <p:nvPr/>
        </p:nvGrpSpPr>
        <p:grpSpPr>
          <a:xfrm>
            <a:off x="4914983" y="4343647"/>
            <a:ext cx="854786" cy="233889"/>
            <a:chOff x="-457094" y="2987823"/>
            <a:chExt cx="854786" cy="233889"/>
          </a:xfrm>
          <a:effectLst>
            <a:glow rad="50800">
              <a:schemeClr val="bg1"/>
            </a:glow>
          </a:effectLst>
        </p:grpSpPr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FBB66C76-6913-41A3-8A1F-9BFBFBD35770}"/>
                </a:ext>
              </a:extLst>
            </p:cNvPr>
            <p:cNvCxnSpPr>
              <a:cxnSpLocks/>
            </p:cNvCxnSpPr>
            <p:nvPr/>
          </p:nvCxnSpPr>
          <p:spPr>
            <a:xfrm>
              <a:off x="-457094" y="2987823"/>
              <a:ext cx="630948" cy="140247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F41AF90B-2A89-42F7-A7B2-6864B3A0E954}"/>
                </a:ext>
              </a:extLst>
            </p:cNvPr>
            <p:cNvSpPr txBox="1"/>
            <p:nvPr/>
          </p:nvSpPr>
          <p:spPr>
            <a:xfrm>
              <a:off x="78959" y="3034427"/>
              <a:ext cx="318733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CE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AF95593-52E1-4895-B699-F07E320CAF5A}"/>
              </a:ext>
            </a:extLst>
          </p:cNvPr>
          <p:cNvGrpSpPr/>
          <p:nvPr/>
        </p:nvGrpSpPr>
        <p:grpSpPr>
          <a:xfrm>
            <a:off x="3877153" y="1541267"/>
            <a:ext cx="883601" cy="1524095"/>
            <a:chOff x="1255264" y="3513337"/>
            <a:chExt cx="843685" cy="1524095"/>
          </a:xfrm>
          <a:effectLst>
            <a:glow rad="50800">
              <a:schemeClr val="bg1"/>
            </a:glow>
          </a:effectLst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630129E7-FE92-4F2F-98C9-565E6B5B62EB}"/>
                </a:ext>
              </a:extLst>
            </p:cNvPr>
            <p:cNvCxnSpPr>
              <a:cxnSpLocks/>
            </p:cNvCxnSpPr>
            <p:nvPr/>
          </p:nvCxnSpPr>
          <p:spPr>
            <a:xfrm>
              <a:off x="1541573" y="3826101"/>
              <a:ext cx="135533" cy="1211331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C16E7A2-EC44-45B9-93F3-02D433CBDAA0}"/>
                </a:ext>
              </a:extLst>
            </p:cNvPr>
            <p:cNvSpPr txBox="1"/>
            <p:nvPr/>
          </p:nvSpPr>
          <p:spPr>
            <a:xfrm>
              <a:off x="1255264" y="3513337"/>
              <a:ext cx="843685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RE: Hg/HgO electrode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E215B18-ACD8-47A5-94F6-3FEB8B6CF4B2}"/>
              </a:ext>
            </a:extLst>
          </p:cNvPr>
          <p:cNvGrpSpPr/>
          <p:nvPr/>
        </p:nvGrpSpPr>
        <p:grpSpPr>
          <a:xfrm>
            <a:off x="4023419" y="3481695"/>
            <a:ext cx="862952" cy="374571"/>
            <a:chOff x="616703" y="3800074"/>
            <a:chExt cx="862952" cy="374571"/>
          </a:xfrm>
          <a:effectLst>
            <a:glow rad="50800">
              <a:schemeClr val="bg1"/>
            </a:glow>
          </a:effectLst>
        </p:grpSpPr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52F55B19-C599-476C-94E9-F89926D31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6752" y="3863636"/>
              <a:ext cx="612903" cy="123724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937A4D35-9058-4EBE-80E5-9496094EF7E1}"/>
                </a:ext>
              </a:extLst>
            </p:cNvPr>
            <p:cNvSpPr txBox="1"/>
            <p:nvPr/>
          </p:nvSpPr>
          <p:spPr>
            <a:xfrm>
              <a:off x="616703" y="3800074"/>
              <a:ext cx="444460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Cell body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4511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D6DA6D-D2F1-4486-92BB-BDA8F97E8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84" y="1522400"/>
            <a:ext cx="3455594" cy="230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1E28C7-3563-4570-B9FE-9CA643965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190" y="1844400"/>
            <a:ext cx="2690628" cy="396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810D12-9A97-425E-AA36-30A59BC7C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84" y="3988419"/>
            <a:ext cx="3456000" cy="23042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32336" y="1512377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3931390" y="1844400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638D98-4728-4325-AC18-AB091B2AC027}"/>
              </a:ext>
            </a:extLst>
          </p:cNvPr>
          <p:cNvSpPr txBox="1"/>
          <p:nvPr/>
        </p:nvSpPr>
        <p:spPr>
          <a:xfrm>
            <a:off x="32336" y="3984969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57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AF0C4C-2DE5-45FC-9848-CA5154FF5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6" y="853821"/>
            <a:ext cx="6480048" cy="215950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137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5579F1E-566C-4380-A642-B2E951EA0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652" y="1108333"/>
            <a:ext cx="2243185" cy="3304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035645-DFCC-49D0-ACF2-B2EC3189F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906" y="4669382"/>
            <a:ext cx="2243185" cy="330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C0CA28-8FA5-4939-B59E-B6EDE44A1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84" y="1107958"/>
            <a:ext cx="3304800" cy="330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AC1059-612C-4E55-AD70-B01063197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09" y="4669382"/>
            <a:ext cx="3304800" cy="33048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36FE32-BA31-4EAB-B894-10EA964015BB}"/>
              </a:ext>
            </a:extLst>
          </p:cNvPr>
          <p:cNvSpPr txBox="1"/>
          <p:nvPr/>
        </p:nvSpPr>
        <p:spPr>
          <a:xfrm>
            <a:off x="373735" y="1110988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E8D97E-2ABF-46A5-A670-ECC9E69D42C0}"/>
              </a:ext>
            </a:extLst>
          </p:cNvPr>
          <p:cNvSpPr txBox="1"/>
          <p:nvPr/>
        </p:nvSpPr>
        <p:spPr>
          <a:xfrm>
            <a:off x="4045820" y="1110988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497E41-CD63-4EBB-8739-B540933A1191}"/>
              </a:ext>
            </a:extLst>
          </p:cNvPr>
          <p:cNvSpPr txBox="1"/>
          <p:nvPr/>
        </p:nvSpPr>
        <p:spPr>
          <a:xfrm>
            <a:off x="373735" y="4669382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9C05C-DFA8-48CA-BDCA-CB61291BB527}"/>
              </a:ext>
            </a:extLst>
          </p:cNvPr>
          <p:cNvSpPr txBox="1"/>
          <p:nvPr/>
        </p:nvSpPr>
        <p:spPr>
          <a:xfrm>
            <a:off x="4045820" y="4669382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800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305A3A-8450-419F-9902-347AE143D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92" y="1098119"/>
            <a:ext cx="3600000" cy="2400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73F690-6006-4FCD-9894-988359C08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372" y="393700"/>
            <a:ext cx="2642784" cy="38935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102532C-4938-4385-9AAB-03315DB8862F}"/>
              </a:ext>
            </a:extLst>
          </p:cNvPr>
          <p:cNvSpPr txBox="1"/>
          <p:nvPr/>
        </p:nvSpPr>
        <p:spPr>
          <a:xfrm>
            <a:off x="95244" y="1088096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D2FE37-452D-401A-AEAD-9CC30EDA574D}"/>
              </a:ext>
            </a:extLst>
          </p:cNvPr>
          <p:cNvSpPr txBox="1"/>
          <p:nvPr/>
        </p:nvSpPr>
        <p:spPr>
          <a:xfrm>
            <a:off x="4069172" y="393700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373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9E9BA2-D986-4B33-A300-013360CE6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19" y="527897"/>
            <a:ext cx="3204000" cy="320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F0E039-65FC-4FD2-B4D2-C9B322CDF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670" y="527897"/>
            <a:ext cx="2136754" cy="320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529BFA-9B0C-4666-A159-7582662AFDA8}"/>
              </a:ext>
            </a:extLst>
          </p:cNvPr>
          <p:cNvSpPr txBox="1"/>
          <p:nvPr/>
        </p:nvSpPr>
        <p:spPr>
          <a:xfrm>
            <a:off x="514698" y="526544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21F44-8BB4-4895-BA76-8DA75A2CD3C2}"/>
              </a:ext>
            </a:extLst>
          </p:cNvPr>
          <p:cNvSpPr txBox="1"/>
          <p:nvPr/>
        </p:nvSpPr>
        <p:spPr>
          <a:xfrm>
            <a:off x="3911600" y="526544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04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88024A-CE36-4428-A72D-E49CEEC63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92" y="1098119"/>
            <a:ext cx="3600000" cy="2400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F0324C-233D-4137-A253-564F51D78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372" y="393700"/>
            <a:ext cx="2642400" cy="389294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02532C-4938-4385-9AAB-03315DB8862F}"/>
              </a:ext>
            </a:extLst>
          </p:cNvPr>
          <p:cNvSpPr txBox="1"/>
          <p:nvPr/>
        </p:nvSpPr>
        <p:spPr>
          <a:xfrm>
            <a:off x="95244" y="1088096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D2FE37-452D-401A-AEAD-9CC30EDA574D}"/>
              </a:ext>
            </a:extLst>
          </p:cNvPr>
          <p:cNvSpPr txBox="1"/>
          <p:nvPr/>
        </p:nvSpPr>
        <p:spPr>
          <a:xfrm>
            <a:off x="4069172" y="393700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500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D0BD2C-B47B-45C8-8E5B-372461D4E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19" y="527897"/>
            <a:ext cx="3204000" cy="320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FE8753-D922-49FE-88E5-081700299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670" y="527897"/>
            <a:ext cx="2136753" cy="3204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529BFA-9B0C-4666-A159-7582662AFDA8}"/>
              </a:ext>
            </a:extLst>
          </p:cNvPr>
          <p:cNvSpPr txBox="1"/>
          <p:nvPr/>
        </p:nvSpPr>
        <p:spPr>
          <a:xfrm>
            <a:off x="514698" y="526544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21F44-8BB4-4895-BA76-8DA75A2CD3C2}"/>
              </a:ext>
            </a:extLst>
          </p:cNvPr>
          <p:cNvSpPr txBox="1"/>
          <p:nvPr/>
        </p:nvSpPr>
        <p:spPr>
          <a:xfrm>
            <a:off x="3911600" y="526544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62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36E370-E128-4EC2-82C8-911C08CD94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783"/>
          <a:stretch/>
        </p:blipFill>
        <p:spPr>
          <a:xfrm>
            <a:off x="729000" y="276227"/>
            <a:ext cx="5400000" cy="1425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1FCB80-38DF-4D8C-82B7-43F1EE0EB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00" y="1701801"/>
            <a:ext cx="5400000" cy="1799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3E9FD6-01F6-466D-850D-C9FAEA6E6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26" y="3699016"/>
            <a:ext cx="2638505" cy="38872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56D750-666C-45BA-8967-41404842D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496" y="3699018"/>
            <a:ext cx="2638504" cy="38872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486652" y="276226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486652" y="1701801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A0E2F5-CBFE-4679-824E-A87D015D49DE}"/>
              </a:ext>
            </a:extLst>
          </p:cNvPr>
          <p:cNvSpPr txBox="1"/>
          <p:nvPr/>
        </p:nvSpPr>
        <p:spPr>
          <a:xfrm>
            <a:off x="486652" y="3699016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9F4DD0-2F65-476C-A5F4-F8DD0B5470F6}"/>
              </a:ext>
            </a:extLst>
          </p:cNvPr>
          <p:cNvSpPr txBox="1"/>
          <p:nvPr/>
        </p:nvSpPr>
        <p:spPr>
          <a:xfrm>
            <a:off x="3429000" y="3699018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517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A236FD-C5DB-42E4-A10A-880CB5666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00" y="276227"/>
            <a:ext cx="5400000" cy="17995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4D3C01-95D5-4901-93AB-3052F7840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00" y="1701801"/>
            <a:ext cx="5400000" cy="17995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6A7DC1-A8C2-4E2A-8683-308C5874E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89" y="3699016"/>
            <a:ext cx="2639042" cy="388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1CFFAE-246C-414E-A839-3DE2484F5F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496" y="3699018"/>
            <a:ext cx="2639042" cy="388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486652" y="276226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486652" y="1701801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A0E2F5-CBFE-4679-824E-A87D015D49DE}"/>
              </a:ext>
            </a:extLst>
          </p:cNvPr>
          <p:cNvSpPr txBox="1"/>
          <p:nvPr/>
        </p:nvSpPr>
        <p:spPr>
          <a:xfrm>
            <a:off x="486652" y="3699016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9F4DD0-2F65-476C-A5F4-F8DD0B5470F6}"/>
              </a:ext>
            </a:extLst>
          </p:cNvPr>
          <p:cNvSpPr txBox="1"/>
          <p:nvPr/>
        </p:nvSpPr>
        <p:spPr>
          <a:xfrm>
            <a:off x="3429000" y="3699018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131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4AF3F87-BC6A-4B29-8796-FAD7197894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783"/>
          <a:stretch/>
        </p:blipFill>
        <p:spPr>
          <a:xfrm>
            <a:off x="729000" y="276228"/>
            <a:ext cx="5400000" cy="14255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219D83-1538-4B11-A582-CCC3E8E2F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00" y="1701801"/>
            <a:ext cx="5400000" cy="17995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9ED715-60D0-4E1D-9476-D0432E492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89" y="3699016"/>
            <a:ext cx="2639042" cy="388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69F6D6-9E96-4453-B4D6-E673D97C5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496" y="3699018"/>
            <a:ext cx="2639042" cy="388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486652" y="276226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486652" y="1701801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A0E2F5-CBFE-4679-824E-A87D015D49DE}"/>
              </a:ext>
            </a:extLst>
          </p:cNvPr>
          <p:cNvSpPr txBox="1"/>
          <p:nvPr/>
        </p:nvSpPr>
        <p:spPr>
          <a:xfrm>
            <a:off x="486652" y="3699016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9F4DD0-2F65-476C-A5F4-F8DD0B5470F6}"/>
              </a:ext>
            </a:extLst>
          </p:cNvPr>
          <p:cNvSpPr txBox="1"/>
          <p:nvPr/>
        </p:nvSpPr>
        <p:spPr>
          <a:xfrm>
            <a:off x="3429000" y="3699018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782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3CB134-2CBB-455C-AAAE-0068FA28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00" y="276227"/>
            <a:ext cx="5400000" cy="1799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E4809F-1740-47A5-8D3B-2678AAF4D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00" y="1701801"/>
            <a:ext cx="5400000" cy="17995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D18D8-EA2B-47DA-8EDB-64A0A3099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89" y="3699016"/>
            <a:ext cx="2639042" cy="388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08FAC7-4292-48BB-9DEB-690412BD5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496" y="3699018"/>
            <a:ext cx="2639042" cy="388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486652" y="276226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486652" y="1701801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A0E2F5-CBFE-4679-824E-A87D015D49DE}"/>
              </a:ext>
            </a:extLst>
          </p:cNvPr>
          <p:cNvSpPr txBox="1"/>
          <p:nvPr/>
        </p:nvSpPr>
        <p:spPr>
          <a:xfrm>
            <a:off x="486652" y="3699016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9F4DD0-2F65-476C-A5F4-F8DD0B5470F6}"/>
              </a:ext>
            </a:extLst>
          </p:cNvPr>
          <p:cNvSpPr txBox="1"/>
          <p:nvPr/>
        </p:nvSpPr>
        <p:spPr>
          <a:xfrm>
            <a:off x="3429000" y="3699018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416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02EC504-055D-4F65-82EC-65CB9337CA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783"/>
          <a:stretch/>
        </p:blipFill>
        <p:spPr>
          <a:xfrm>
            <a:off x="729000" y="276228"/>
            <a:ext cx="5400000" cy="1425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BB2A9-2DBC-49BA-8356-00BB4F90F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00" y="1701801"/>
            <a:ext cx="5400000" cy="17995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51C1DE-8056-4B7A-BC97-3685F30CB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89" y="3699016"/>
            <a:ext cx="2639042" cy="388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7281316-A6F8-4D47-92D3-A26373736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496" y="3699018"/>
            <a:ext cx="2639042" cy="388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486652" y="276226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486652" y="1701801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A0E2F5-CBFE-4679-824E-A87D015D49DE}"/>
              </a:ext>
            </a:extLst>
          </p:cNvPr>
          <p:cNvSpPr txBox="1"/>
          <p:nvPr/>
        </p:nvSpPr>
        <p:spPr>
          <a:xfrm>
            <a:off x="486652" y="3699016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9F4DD0-2F65-476C-A5F4-F8DD0B5470F6}"/>
              </a:ext>
            </a:extLst>
          </p:cNvPr>
          <p:cNvSpPr txBox="1"/>
          <p:nvPr/>
        </p:nvSpPr>
        <p:spPr>
          <a:xfrm>
            <a:off x="3429000" y="3699018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756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18877</TotalTime>
  <Words>70</Words>
  <Application>Microsoft Office PowerPoint</Application>
  <PresentationFormat>Letter Paper (8.5x11 in)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Marquez Montes, Raul A</dc:creator>
  <cp:lastModifiedBy>Raul Marquez Montes</cp:lastModifiedBy>
  <cp:revision>436</cp:revision>
  <dcterms:created xsi:type="dcterms:W3CDTF">2021-10-12T14:27:40Z</dcterms:created>
  <dcterms:modified xsi:type="dcterms:W3CDTF">2025-06-18T17:37:07Z</dcterms:modified>
</cp:coreProperties>
</file>