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36" r:id="rId2"/>
    <p:sldId id="452" r:id="rId3"/>
    <p:sldId id="356" r:id="rId4"/>
    <p:sldId id="453" r:id="rId5"/>
    <p:sldId id="454" r:id="rId6"/>
    <p:sldId id="455" r:id="rId7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11"/>
    <a:srgbClr val="1368CC"/>
    <a:srgbClr val="596891"/>
    <a:srgbClr val="A9D18E"/>
    <a:srgbClr val="FFBD84"/>
    <a:srgbClr val="FFFF28"/>
    <a:srgbClr val="FFFF00"/>
    <a:srgbClr val="F46C62"/>
    <a:srgbClr val="F67E7E"/>
    <a:srgbClr val="FF8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6374" autoAdjust="0"/>
  </p:normalViewPr>
  <p:slideViewPr>
    <p:cSldViewPr snapToGrid="0">
      <p:cViewPr varScale="1">
        <p:scale>
          <a:sx n="60" d="100"/>
          <a:sy n="60" d="100"/>
        </p:scale>
        <p:origin x="2650" y="58"/>
      </p:cViewPr>
      <p:guideLst>
        <p:guide orient="horz" pos="2880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7" Type="http://schemas.openxmlformats.org/officeDocument/2006/relationships/image" Target="../media/image6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7" Type="http://schemas.openxmlformats.org/officeDocument/2006/relationships/image" Target="../media/image12.tif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tif"/><Relationship Id="rId5" Type="http://schemas.openxmlformats.org/officeDocument/2006/relationships/image" Target="../media/image10.tif"/><Relationship Id="rId4" Type="http://schemas.openxmlformats.org/officeDocument/2006/relationships/image" Target="../media/image9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if"/><Relationship Id="rId4" Type="http://schemas.openxmlformats.org/officeDocument/2006/relationships/image" Target="../media/image15.t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7" Type="http://schemas.openxmlformats.org/officeDocument/2006/relationships/image" Target="../media/image22.tif"/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tif"/><Relationship Id="rId5" Type="http://schemas.openxmlformats.org/officeDocument/2006/relationships/image" Target="../media/image20.tif"/><Relationship Id="rId4" Type="http://schemas.openxmlformats.org/officeDocument/2006/relationships/image" Target="../media/image19.t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"/><Relationship Id="rId7" Type="http://schemas.openxmlformats.org/officeDocument/2006/relationships/image" Target="../media/image28.tif"/><Relationship Id="rId2" Type="http://schemas.openxmlformats.org/officeDocument/2006/relationships/image" Target="../media/image23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tif"/><Relationship Id="rId5" Type="http://schemas.openxmlformats.org/officeDocument/2006/relationships/image" Target="../media/image26.tif"/><Relationship Id="rId4" Type="http://schemas.openxmlformats.org/officeDocument/2006/relationships/image" Target="../media/image25.t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"/><Relationship Id="rId2" Type="http://schemas.openxmlformats.org/officeDocument/2006/relationships/image" Target="../media/image29.t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88090EB-A3EF-48AD-B946-1E8302219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74" y="601682"/>
            <a:ext cx="3239619" cy="21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26012F-6984-4752-8557-5B84146EB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174" y="2894668"/>
            <a:ext cx="3239619" cy="21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8C080D-4EE1-4BBE-AC79-D5CF9DAD2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174" y="5187654"/>
            <a:ext cx="3239619" cy="21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D0E9C7-07AD-4393-9DBA-E2E9DDC03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9" y="601682"/>
            <a:ext cx="3239619" cy="21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66F45-634D-4BCA-BAC0-52FC2D483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9" y="2894668"/>
            <a:ext cx="3239619" cy="21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694BF-F0D6-4B76-8B9C-C22414056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9" y="5187654"/>
            <a:ext cx="3239619" cy="21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418E8-13F3-47D6-FDE4-CFBC1D7A7928}"/>
              </a:ext>
            </a:extLst>
          </p:cNvPr>
          <p:cNvSpPr txBox="1"/>
          <p:nvPr/>
        </p:nvSpPr>
        <p:spPr>
          <a:xfrm>
            <a:off x="-16852" y="57793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5E079-1D9F-3088-8D24-FE2E7AFF55A1}"/>
              </a:ext>
            </a:extLst>
          </p:cNvPr>
          <p:cNvSpPr txBox="1"/>
          <p:nvPr/>
        </p:nvSpPr>
        <p:spPr>
          <a:xfrm>
            <a:off x="-16852" y="2859094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BB77B0-8334-A3EC-EE42-D735F142630E}"/>
              </a:ext>
            </a:extLst>
          </p:cNvPr>
          <p:cNvSpPr txBox="1"/>
          <p:nvPr/>
        </p:nvSpPr>
        <p:spPr>
          <a:xfrm>
            <a:off x="-16852" y="514697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08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02E56DB-6A30-415D-A61B-B8AD81ACC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74" y="5187654"/>
            <a:ext cx="3239619" cy="21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D51C77-FA5F-4570-9CD9-1445D8AE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174" y="601682"/>
            <a:ext cx="3239619" cy="21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F5835B-2AFC-41DC-BF1D-74CB969E7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174" y="2894668"/>
            <a:ext cx="3239619" cy="21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E306E7-11CC-4A79-8FB2-88101BC7D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9" y="601682"/>
            <a:ext cx="3239619" cy="21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E79DA-B3E4-40BC-A7BC-75663CD55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9" y="2894668"/>
            <a:ext cx="3239619" cy="216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A9E2C6-495F-4325-8EC3-EE70E9EB5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9" y="5187654"/>
            <a:ext cx="3239619" cy="21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418E8-13F3-47D6-FDE4-CFBC1D7A7928}"/>
              </a:ext>
            </a:extLst>
          </p:cNvPr>
          <p:cNvSpPr txBox="1"/>
          <p:nvPr/>
        </p:nvSpPr>
        <p:spPr>
          <a:xfrm>
            <a:off x="-16852" y="57793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5E079-1D9F-3088-8D24-FE2E7AFF55A1}"/>
              </a:ext>
            </a:extLst>
          </p:cNvPr>
          <p:cNvSpPr txBox="1"/>
          <p:nvPr/>
        </p:nvSpPr>
        <p:spPr>
          <a:xfrm>
            <a:off x="-16852" y="2859094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BB77B0-8334-A3EC-EE42-D735F142630E}"/>
              </a:ext>
            </a:extLst>
          </p:cNvPr>
          <p:cNvSpPr txBox="1"/>
          <p:nvPr/>
        </p:nvSpPr>
        <p:spPr>
          <a:xfrm>
            <a:off x="-16852" y="514697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85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55A152-3599-4E76-98C4-4A3D1664E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" y="4581889"/>
            <a:ext cx="3239619" cy="21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34A8FF-139C-A16D-6B6B-82833F638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573" y="4581889"/>
            <a:ext cx="3240000" cy="2160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23F93C-25EB-4DAF-B78E-D6AF6B2C2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573" y="2211857"/>
            <a:ext cx="3240000" cy="21602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96E50-0F06-4411-A390-AF50B0EDF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5" y="2211857"/>
            <a:ext cx="3240000" cy="21602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32336" y="2142302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3464625" y="2142302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4F22A1-DEB3-4B0F-A0B3-EB242D406857}"/>
              </a:ext>
            </a:extLst>
          </p:cNvPr>
          <p:cNvSpPr txBox="1"/>
          <p:nvPr/>
        </p:nvSpPr>
        <p:spPr>
          <a:xfrm>
            <a:off x="32336" y="452095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F1F22-06B2-4612-8255-0D38A712BB4C}"/>
              </a:ext>
            </a:extLst>
          </p:cNvPr>
          <p:cNvSpPr txBox="1"/>
          <p:nvPr/>
        </p:nvSpPr>
        <p:spPr>
          <a:xfrm>
            <a:off x="3464625" y="452095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8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5EF9AB1-B911-4D40-90EF-49D365DDA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74" y="2894668"/>
            <a:ext cx="3239619" cy="21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711695-31DC-4BA3-B0BE-341E73A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174" y="601682"/>
            <a:ext cx="3239619" cy="21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6808B42-253C-4C09-85F6-0636163B7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174" y="5187654"/>
            <a:ext cx="3239619" cy="21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6D6761-46AE-4CE2-BFF6-1EA29811C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9" y="601682"/>
            <a:ext cx="3239619" cy="21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3296CC-BDF6-4E94-A19F-2F7F65B9CA1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65209" y="5187654"/>
            <a:ext cx="3239618" cy="21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7F3A0D-2C42-4B33-8276-047CCB41AE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9" y="2894668"/>
            <a:ext cx="3239619" cy="21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418E8-13F3-47D6-FDE4-CFBC1D7A7928}"/>
              </a:ext>
            </a:extLst>
          </p:cNvPr>
          <p:cNvSpPr txBox="1"/>
          <p:nvPr/>
        </p:nvSpPr>
        <p:spPr>
          <a:xfrm>
            <a:off x="-16852" y="57793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5E079-1D9F-3088-8D24-FE2E7AFF55A1}"/>
              </a:ext>
            </a:extLst>
          </p:cNvPr>
          <p:cNvSpPr txBox="1"/>
          <p:nvPr/>
        </p:nvSpPr>
        <p:spPr>
          <a:xfrm>
            <a:off x="-16852" y="2859094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BB77B0-8334-A3EC-EE42-D735F142630E}"/>
              </a:ext>
            </a:extLst>
          </p:cNvPr>
          <p:cNvSpPr txBox="1"/>
          <p:nvPr/>
        </p:nvSpPr>
        <p:spPr>
          <a:xfrm>
            <a:off x="-16852" y="514697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9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9D5F23B-E0FB-46EA-A7FC-D35F07A7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74" y="5187654"/>
            <a:ext cx="3239619" cy="21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716E1F-0BD1-43CE-92DB-BCCDD49D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174" y="2894668"/>
            <a:ext cx="3239619" cy="216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0CD912-6098-443B-B57B-62BEDFED7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174" y="601682"/>
            <a:ext cx="3239619" cy="21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6E4644-66B3-4A24-B443-A7EC11781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9" y="2894668"/>
            <a:ext cx="3239619" cy="216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D4DB35-A157-48DD-BB6A-A084981A7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9" y="601682"/>
            <a:ext cx="3239619" cy="21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B57BE-0F90-4916-BFAF-2C3B9ADB1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9" y="5187654"/>
            <a:ext cx="3239619" cy="21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418E8-13F3-47D6-FDE4-CFBC1D7A7928}"/>
              </a:ext>
            </a:extLst>
          </p:cNvPr>
          <p:cNvSpPr txBox="1"/>
          <p:nvPr/>
        </p:nvSpPr>
        <p:spPr>
          <a:xfrm>
            <a:off x="-16852" y="57793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5E079-1D9F-3088-8D24-FE2E7AFF55A1}"/>
              </a:ext>
            </a:extLst>
          </p:cNvPr>
          <p:cNvSpPr txBox="1"/>
          <p:nvPr/>
        </p:nvSpPr>
        <p:spPr>
          <a:xfrm>
            <a:off x="-16852" y="2859094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BB77B0-8334-A3EC-EE42-D735F142630E}"/>
              </a:ext>
            </a:extLst>
          </p:cNvPr>
          <p:cNvSpPr txBox="1"/>
          <p:nvPr/>
        </p:nvSpPr>
        <p:spPr>
          <a:xfrm>
            <a:off x="-16852" y="514697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92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87081F-40A9-4D27-A507-DAFA5E165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28" y="2997593"/>
            <a:ext cx="3023909" cy="21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89A0BC-852D-457E-9068-84E69D636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328" y="616032"/>
            <a:ext cx="3023909" cy="21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418E8-13F3-47D6-FDE4-CFBC1D7A7928}"/>
              </a:ext>
            </a:extLst>
          </p:cNvPr>
          <p:cNvSpPr txBox="1"/>
          <p:nvPr/>
        </p:nvSpPr>
        <p:spPr>
          <a:xfrm>
            <a:off x="1596048" y="57793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5E079-1D9F-3088-8D24-FE2E7AFF55A1}"/>
              </a:ext>
            </a:extLst>
          </p:cNvPr>
          <p:cNvSpPr txBox="1"/>
          <p:nvPr/>
        </p:nvSpPr>
        <p:spPr>
          <a:xfrm>
            <a:off x="1596048" y="297473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20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18877</TotalTime>
  <Words>18</Words>
  <Application>Microsoft Office PowerPoint</Application>
  <PresentationFormat>Letter Paper (8.5x11 in)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Marquez Montes, Raul A</dc:creator>
  <cp:lastModifiedBy>Raul Marquez Montes</cp:lastModifiedBy>
  <cp:revision>438</cp:revision>
  <dcterms:created xsi:type="dcterms:W3CDTF">2021-10-12T14:27:40Z</dcterms:created>
  <dcterms:modified xsi:type="dcterms:W3CDTF">2025-06-18T17:42:15Z</dcterms:modified>
</cp:coreProperties>
</file>