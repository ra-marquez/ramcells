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64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11"/>
    <a:srgbClr val="1368CC"/>
    <a:srgbClr val="596891"/>
    <a:srgbClr val="A9D18E"/>
    <a:srgbClr val="FFBD84"/>
    <a:srgbClr val="FFFF28"/>
    <a:srgbClr val="FFFF00"/>
    <a:srgbClr val="F46C62"/>
    <a:srgbClr val="F67E7E"/>
    <a:srgbClr val="FF8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2" autoAdjust="0"/>
    <p:restoredTop sz="96374" autoAdjust="0"/>
  </p:normalViewPr>
  <p:slideViewPr>
    <p:cSldViewPr snapToGrid="0">
      <p:cViewPr varScale="1">
        <p:scale>
          <a:sx n="60" d="100"/>
          <a:sy n="60" d="100"/>
        </p:scale>
        <p:origin x="2650" y="58"/>
      </p:cViewPr>
      <p:guideLst>
        <p:guide orient="horz" pos="2880"/>
        <p:guide pos="2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00" cy="360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9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1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4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7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4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7B7E51-9C70-442A-A242-272765989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75" y="723437"/>
            <a:ext cx="4320000" cy="23997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37116-B7AF-4857-9B08-0FD0C1541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875" y="3356602"/>
            <a:ext cx="4320000" cy="21589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F683-6B90-45E5-80D9-6157689002DD}"/>
              </a:ext>
            </a:extLst>
          </p:cNvPr>
          <p:cNvSpPr txBox="1"/>
          <p:nvPr/>
        </p:nvSpPr>
        <p:spPr>
          <a:xfrm>
            <a:off x="979152" y="69968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134E-AF30-43BB-969B-66973489B8C4}"/>
              </a:ext>
            </a:extLst>
          </p:cNvPr>
          <p:cNvSpPr txBox="1"/>
          <p:nvPr/>
        </p:nvSpPr>
        <p:spPr>
          <a:xfrm>
            <a:off x="979152" y="332097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6AFF9-434B-47C0-A104-FBE2A82E4F0A}"/>
              </a:ext>
            </a:extLst>
          </p:cNvPr>
          <p:cNvSpPr/>
          <p:nvPr/>
        </p:nvSpPr>
        <p:spPr>
          <a:xfrm>
            <a:off x="-22053827" y="-285496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5685D-F140-4CA6-A9F5-FD9FAAB5ABE7}"/>
              </a:ext>
            </a:extLst>
          </p:cNvPr>
          <p:cNvSpPr/>
          <p:nvPr/>
        </p:nvSpPr>
        <p:spPr>
          <a:xfrm>
            <a:off x="-22053827" y="37795200"/>
            <a:ext cx="51104800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38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18877</TotalTime>
  <Words>2</Words>
  <Application>Microsoft Office PowerPoint</Application>
  <PresentationFormat>Letter Paper (8.5x11 in)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Marquez Montes, Raul A</dc:creator>
  <cp:lastModifiedBy>Raul Marquez Montes</cp:lastModifiedBy>
  <cp:revision>440</cp:revision>
  <dcterms:created xsi:type="dcterms:W3CDTF">2021-10-12T14:27:40Z</dcterms:created>
  <dcterms:modified xsi:type="dcterms:W3CDTF">2025-06-18T17:45:14Z</dcterms:modified>
</cp:coreProperties>
</file>