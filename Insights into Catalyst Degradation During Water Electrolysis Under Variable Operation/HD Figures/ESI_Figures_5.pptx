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433" r:id="rId2"/>
    <p:sldId id="449" r:id="rId3"/>
    <p:sldId id="359" r:id="rId4"/>
    <p:sldId id="363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11"/>
    <a:srgbClr val="1368CC"/>
    <a:srgbClr val="596891"/>
    <a:srgbClr val="A9D18E"/>
    <a:srgbClr val="FFBD84"/>
    <a:srgbClr val="FFFF28"/>
    <a:srgbClr val="FFFF00"/>
    <a:srgbClr val="F46C62"/>
    <a:srgbClr val="F67E7E"/>
    <a:srgbClr val="FF8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6374" autoAdjust="0"/>
  </p:normalViewPr>
  <p:slideViewPr>
    <p:cSldViewPr snapToGrid="0">
      <p:cViewPr varScale="1">
        <p:scale>
          <a:sx n="60" d="100"/>
          <a:sy n="60" d="100"/>
        </p:scale>
        <p:origin x="2650" y="58"/>
      </p:cViewPr>
      <p:guideLst>
        <p:guide orient="horz" pos="2880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8A799B7-203D-4F36-AE63-981BED5D7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057"/>
          <a:stretch/>
        </p:blipFill>
        <p:spPr>
          <a:xfrm>
            <a:off x="3561039" y="4673637"/>
            <a:ext cx="2880000" cy="33770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208E5E-6ECA-4222-BEE2-98ED1C48B4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057"/>
          <a:stretch/>
        </p:blipFill>
        <p:spPr>
          <a:xfrm>
            <a:off x="416962" y="4673637"/>
            <a:ext cx="2880000" cy="33770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76B2DD-04B3-4AF7-BA29-64F80DF59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2" y="616828"/>
            <a:ext cx="2880000" cy="38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E660E6-ED91-4608-A168-1BAF6DE7A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039" y="616828"/>
            <a:ext cx="2880000" cy="384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452131" y="64571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2F976-DC50-41CD-A947-FB986E9A7A6C}"/>
              </a:ext>
            </a:extLst>
          </p:cNvPr>
          <p:cNvSpPr txBox="1"/>
          <p:nvPr/>
        </p:nvSpPr>
        <p:spPr>
          <a:xfrm>
            <a:off x="3596208" y="64571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A5FA9-9970-44BC-8E9A-30F7ABFB08F3}"/>
              </a:ext>
            </a:extLst>
          </p:cNvPr>
          <p:cNvSpPr txBox="1"/>
          <p:nvPr/>
        </p:nvSpPr>
        <p:spPr>
          <a:xfrm>
            <a:off x="452131" y="470880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57532F-ADF8-4FFB-BBE2-C5B6C3DB9627}"/>
              </a:ext>
            </a:extLst>
          </p:cNvPr>
          <p:cNvSpPr txBox="1"/>
          <p:nvPr/>
        </p:nvSpPr>
        <p:spPr>
          <a:xfrm>
            <a:off x="3596208" y="470880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CF211E-FF80-4F84-B2CA-54C6B80E0E28}"/>
              </a:ext>
            </a:extLst>
          </p:cNvPr>
          <p:cNvCxnSpPr>
            <a:cxnSpLocks/>
          </p:cNvCxnSpPr>
          <p:nvPr/>
        </p:nvCxnSpPr>
        <p:spPr>
          <a:xfrm flipH="1" flipV="1">
            <a:off x="2898965" y="2538641"/>
            <a:ext cx="199835" cy="134709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2210C7C-2DCE-4679-9544-C495B9BF08D2}"/>
              </a:ext>
            </a:extLst>
          </p:cNvPr>
          <p:cNvSpPr txBox="1"/>
          <p:nvPr/>
        </p:nvSpPr>
        <p:spPr>
          <a:xfrm>
            <a:off x="416961" y="2195113"/>
            <a:ext cx="5170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1200" b="1" dirty="0">
                <a:solidFill>
                  <a:srgbClr val="1368CC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Flow 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6A6810-8EA2-403C-8979-86B2B0804C3E}"/>
              </a:ext>
            </a:extLst>
          </p:cNvPr>
          <p:cNvSpPr txBox="1"/>
          <p:nvPr/>
        </p:nvSpPr>
        <p:spPr>
          <a:xfrm>
            <a:off x="2821374" y="2097827"/>
            <a:ext cx="4865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1200" b="1" dirty="0">
                <a:solidFill>
                  <a:srgbClr val="1368CC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Flow in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D829F8-1E6B-40BF-944C-9729FBCC8013}"/>
              </a:ext>
            </a:extLst>
          </p:cNvPr>
          <p:cNvCxnSpPr>
            <a:cxnSpLocks/>
          </p:cNvCxnSpPr>
          <p:nvPr/>
        </p:nvCxnSpPr>
        <p:spPr>
          <a:xfrm flipH="1">
            <a:off x="573305" y="2640240"/>
            <a:ext cx="217334" cy="136522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CC60D6C-8FC2-459B-AED9-FD5F4BF46584}"/>
              </a:ext>
            </a:extLst>
          </p:cNvPr>
          <p:cNvGrpSpPr/>
          <p:nvPr/>
        </p:nvGrpSpPr>
        <p:grpSpPr>
          <a:xfrm>
            <a:off x="4893794" y="747834"/>
            <a:ext cx="1163459" cy="387417"/>
            <a:chOff x="374793" y="3756631"/>
            <a:chExt cx="1163459" cy="387417"/>
          </a:xfrm>
          <a:effectLst>
            <a:glow rad="50800">
              <a:schemeClr val="bg1"/>
            </a:glow>
          </a:effectLst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F3422A8-289A-43A9-8230-3F719324CD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93" y="3827877"/>
              <a:ext cx="549881" cy="316171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230B69F-93E5-44F1-ABC8-2FC5491123D4}"/>
                </a:ext>
              </a:extLst>
            </p:cNvPr>
            <p:cNvSpPr txBox="1"/>
            <p:nvPr/>
          </p:nvSpPr>
          <p:spPr>
            <a:xfrm>
              <a:off x="830383" y="3756631"/>
              <a:ext cx="707869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ICP torch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D128EAD-8222-47EC-A7F7-14599959E4C0}"/>
              </a:ext>
            </a:extLst>
          </p:cNvPr>
          <p:cNvGrpSpPr/>
          <p:nvPr/>
        </p:nvGrpSpPr>
        <p:grpSpPr>
          <a:xfrm>
            <a:off x="5351567" y="7273925"/>
            <a:ext cx="1005866" cy="694853"/>
            <a:chOff x="1921546" y="-14365"/>
            <a:chExt cx="1005866" cy="694853"/>
          </a:xfrm>
          <a:effectLst>
            <a:glow rad="50800">
              <a:schemeClr val="bg1"/>
            </a:glow>
          </a:effectLst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2ADD1C9B-20D1-454A-8739-6DE83DB17E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7704" y="-14365"/>
              <a:ext cx="429708" cy="526345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11C99FF-9C38-480F-85CC-E535593C1CDD}"/>
                </a:ext>
              </a:extLst>
            </p:cNvPr>
            <p:cNvSpPr txBox="1"/>
            <p:nvPr/>
          </p:nvSpPr>
          <p:spPr>
            <a:xfrm>
              <a:off x="1921546" y="305917"/>
              <a:ext cx="829530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Electrolyte reservoir 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8D0FA91-9ACE-4CBC-BCF5-2C2BCB28F99D}"/>
              </a:ext>
            </a:extLst>
          </p:cNvPr>
          <p:cNvGrpSpPr/>
          <p:nvPr/>
        </p:nvGrpSpPr>
        <p:grpSpPr>
          <a:xfrm>
            <a:off x="1217877" y="3456173"/>
            <a:ext cx="691743" cy="933704"/>
            <a:chOff x="-1644982" y="2891135"/>
            <a:chExt cx="691743" cy="933704"/>
          </a:xfrm>
          <a:effectLst>
            <a:glow rad="50800">
              <a:schemeClr val="bg1"/>
            </a:glow>
          </a:effectLst>
        </p:grpSpPr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276A7205-CEA7-4286-BBB7-850B1915DE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50502" y="2891135"/>
              <a:ext cx="497263" cy="876554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C9B4BA7-2389-49AA-A52E-CD795CAB4151}"/>
                </a:ext>
              </a:extLst>
            </p:cNvPr>
            <p:cNvSpPr txBox="1"/>
            <p:nvPr/>
          </p:nvSpPr>
          <p:spPr>
            <a:xfrm>
              <a:off x="-1644982" y="3637554"/>
              <a:ext cx="388960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</a:t>
              </a:r>
            </a:p>
          </p:txBody>
        </p:sp>
      </p:grp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ABB7E1B-16BA-4909-ADF1-D53B419464D1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395E2C7-2817-4B13-ACCD-85148B818CCD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52FA267-090B-4EF3-88D6-36A03CAA8715}"/>
              </a:ext>
            </a:extLst>
          </p:cNvPr>
          <p:cNvGrpSpPr/>
          <p:nvPr/>
        </p:nvGrpSpPr>
        <p:grpSpPr>
          <a:xfrm>
            <a:off x="3673081" y="1312535"/>
            <a:ext cx="711055" cy="662315"/>
            <a:chOff x="-398592" y="3622930"/>
            <a:chExt cx="711055" cy="662315"/>
          </a:xfrm>
          <a:effectLst>
            <a:glow rad="50800">
              <a:schemeClr val="bg1"/>
            </a:glow>
          </a:effectLst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0DA20D6C-7229-4942-BF05-4D61166FF26F}"/>
                </a:ext>
              </a:extLst>
            </p:cNvPr>
            <p:cNvCxnSpPr>
              <a:cxnSpLocks/>
            </p:cNvCxnSpPr>
            <p:nvPr/>
          </p:nvCxnSpPr>
          <p:spPr>
            <a:xfrm>
              <a:off x="79501" y="3709596"/>
              <a:ext cx="192761" cy="575649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6311603-6E06-4204-91F7-F430BA01593A}"/>
                </a:ext>
              </a:extLst>
            </p:cNvPr>
            <p:cNvSpPr txBox="1"/>
            <p:nvPr/>
          </p:nvSpPr>
          <p:spPr>
            <a:xfrm>
              <a:off x="-398592" y="3622930"/>
              <a:ext cx="711055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Nebulizer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DB72E7D-7330-4D9A-AB04-063760EA6296}"/>
              </a:ext>
            </a:extLst>
          </p:cNvPr>
          <p:cNvGrpSpPr/>
          <p:nvPr/>
        </p:nvGrpSpPr>
        <p:grpSpPr>
          <a:xfrm>
            <a:off x="2423089" y="1296107"/>
            <a:ext cx="719405" cy="834870"/>
            <a:chOff x="354014" y="3709050"/>
            <a:chExt cx="719405" cy="834870"/>
          </a:xfrm>
          <a:effectLst>
            <a:glow rad="50800">
              <a:schemeClr val="bg1"/>
            </a:glow>
          </a:effectLst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C76BBBE4-9513-4595-95DE-CE447BA74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014" y="3896335"/>
              <a:ext cx="330215" cy="647585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A6208A5-EF00-410F-B093-398DE75B9677}"/>
                </a:ext>
              </a:extLst>
            </p:cNvPr>
            <p:cNvSpPr txBox="1"/>
            <p:nvPr/>
          </p:nvSpPr>
          <p:spPr>
            <a:xfrm>
              <a:off x="444007" y="3709050"/>
              <a:ext cx="629412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Flow cell body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7E1E9D3-D5F0-43FA-BFB2-95CB85CFE4A1}"/>
              </a:ext>
            </a:extLst>
          </p:cNvPr>
          <p:cNvGrpSpPr/>
          <p:nvPr/>
        </p:nvGrpSpPr>
        <p:grpSpPr>
          <a:xfrm>
            <a:off x="1715140" y="934130"/>
            <a:ext cx="388960" cy="844457"/>
            <a:chOff x="-1644982" y="3618504"/>
            <a:chExt cx="388960" cy="844457"/>
          </a:xfrm>
          <a:effectLst>
            <a:glow rad="50800">
              <a:schemeClr val="bg1"/>
            </a:glow>
          </a:effectLst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1CD50DAA-46E4-4867-AAF3-044A434E7E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450501" y="3767690"/>
              <a:ext cx="51500" cy="695271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4C82C22-6888-45A1-92CC-EBE43C3C6BDE}"/>
                </a:ext>
              </a:extLst>
            </p:cNvPr>
            <p:cNvSpPr txBox="1"/>
            <p:nvPr/>
          </p:nvSpPr>
          <p:spPr>
            <a:xfrm>
              <a:off x="-1644982" y="3618504"/>
              <a:ext cx="388960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4929E324-5C53-409D-A311-6852DDB31811}"/>
              </a:ext>
            </a:extLst>
          </p:cNvPr>
          <p:cNvGrpSpPr/>
          <p:nvPr/>
        </p:nvGrpSpPr>
        <p:grpSpPr>
          <a:xfrm>
            <a:off x="965394" y="2244558"/>
            <a:ext cx="407358" cy="1011271"/>
            <a:chOff x="-1566466" y="2838968"/>
            <a:chExt cx="407358" cy="1011271"/>
          </a:xfrm>
          <a:effectLst>
            <a:glow rad="50800">
              <a:schemeClr val="bg1"/>
            </a:glow>
          </a:effectLst>
        </p:grpSpPr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8F930B97-AE26-4B82-8C65-A3113ADAD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50501" y="2838968"/>
              <a:ext cx="291393" cy="928722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8B8B5D8-B23F-4BB9-AF7B-34B291F3BD57}"/>
                </a:ext>
              </a:extLst>
            </p:cNvPr>
            <p:cNvSpPr txBox="1"/>
            <p:nvPr/>
          </p:nvSpPr>
          <p:spPr>
            <a:xfrm>
              <a:off x="-1566466" y="3662954"/>
              <a:ext cx="291393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</a:t>
              </a: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2AA1E855-5BEA-4236-97E7-4762C4654964}"/>
              </a:ext>
            </a:extLst>
          </p:cNvPr>
          <p:cNvGrpSpPr/>
          <p:nvPr/>
        </p:nvGrpSpPr>
        <p:grpSpPr>
          <a:xfrm>
            <a:off x="2401709" y="4899370"/>
            <a:ext cx="711055" cy="1204652"/>
            <a:chOff x="144724" y="3586754"/>
            <a:chExt cx="711055" cy="1204652"/>
          </a:xfrm>
          <a:effectLst>
            <a:glow rad="50800">
              <a:schemeClr val="bg1"/>
            </a:glow>
          </a:effectLst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B1F0E0C2-624F-401E-8959-B8A9D346C7F4}"/>
                </a:ext>
              </a:extLst>
            </p:cNvPr>
            <p:cNvCxnSpPr>
              <a:cxnSpLocks/>
            </p:cNvCxnSpPr>
            <p:nvPr/>
          </p:nvCxnSpPr>
          <p:spPr>
            <a:xfrm>
              <a:off x="587737" y="3762793"/>
              <a:ext cx="49235" cy="1028613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05D891AA-714E-423E-8872-94933CC0C5C9}"/>
                </a:ext>
              </a:extLst>
            </p:cNvPr>
            <p:cNvSpPr txBox="1"/>
            <p:nvPr/>
          </p:nvSpPr>
          <p:spPr>
            <a:xfrm>
              <a:off x="144724" y="3586754"/>
              <a:ext cx="711055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Peristaltic pump</a:t>
              </a:r>
            </a:p>
          </p:txBody>
        </p:sp>
      </p:grp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4926DD5-73F0-405F-9530-83E667697F8C}"/>
              </a:ext>
            </a:extLst>
          </p:cNvPr>
          <p:cNvCxnSpPr>
            <a:cxnSpLocks/>
          </p:cNvCxnSpPr>
          <p:nvPr/>
        </p:nvCxnSpPr>
        <p:spPr>
          <a:xfrm flipH="1" flipV="1">
            <a:off x="5295309" y="3165015"/>
            <a:ext cx="82751" cy="200485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DE4D0DAB-5DF7-4878-A53A-282886374C72}"/>
              </a:ext>
            </a:extLst>
          </p:cNvPr>
          <p:cNvSpPr txBox="1"/>
          <p:nvPr/>
        </p:nvSpPr>
        <p:spPr>
          <a:xfrm>
            <a:off x="5389502" y="3165155"/>
            <a:ext cx="65505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1200" b="1" dirty="0">
                <a:solidFill>
                  <a:srgbClr val="1368CC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Flow in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AC0B89C-3C77-4B8C-BAE7-63BD71796DF4}"/>
              </a:ext>
            </a:extLst>
          </p:cNvPr>
          <p:cNvCxnSpPr>
            <a:cxnSpLocks/>
          </p:cNvCxnSpPr>
          <p:nvPr/>
        </p:nvCxnSpPr>
        <p:spPr>
          <a:xfrm flipV="1">
            <a:off x="3717382" y="2159620"/>
            <a:ext cx="81919" cy="187434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49F3AF6-C47B-45D0-91AD-341D5E64ADEA}"/>
              </a:ext>
            </a:extLst>
          </p:cNvPr>
          <p:cNvGrpSpPr/>
          <p:nvPr/>
        </p:nvGrpSpPr>
        <p:grpSpPr>
          <a:xfrm>
            <a:off x="4052542" y="2595940"/>
            <a:ext cx="291393" cy="691382"/>
            <a:chOff x="-1388492" y="2838968"/>
            <a:chExt cx="291393" cy="691382"/>
          </a:xfrm>
          <a:effectLst>
            <a:glow rad="50800">
              <a:schemeClr val="bg1"/>
            </a:glow>
          </a:effectLst>
        </p:grpSpPr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727B1269-FF34-4E0E-98F7-EA4E6D2351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222527" y="2838968"/>
              <a:ext cx="63420" cy="577340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DBCA006-1D1D-4A80-819A-A68854A01B38}"/>
                </a:ext>
              </a:extLst>
            </p:cNvPr>
            <p:cNvSpPr txBox="1"/>
            <p:nvPr/>
          </p:nvSpPr>
          <p:spPr>
            <a:xfrm>
              <a:off x="-1388492" y="3343065"/>
              <a:ext cx="291393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2CAC7F5-8204-4789-A755-77E0E80E8A3C}"/>
              </a:ext>
            </a:extLst>
          </p:cNvPr>
          <p:cNvGrpSpPr/>
          <p:nvPr/>
        </p:nvGrpSpPr>
        <p:grpSpPr>
          <a:xfrm>
            <a:off x="5142567" y="1974851"/>
            <a:ext cx="842259" cy="294587"/>
            <a:chOff x="-1399001" y="4462962"/>
            <a:chExt cx="842259" cy="294587"/>
          </a:xfrm>
          <a:effectLst>
            <a:glow rad="50800">
              <a:schemeClr val="bg1"/>
            </a:glow>
          </a:effectLst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C77A00EF-3A02-4B52-ABC9-9D95BFA1D692}"/>
                </a:ext>
              </a:extLst>
            </p:cNvPr>
            <p:cNvCxnSpPr>
              <a:cxnSpLocks/>
            </p:cNvCxnSpPr>
            <p:nvPr/>
          </p:nvCxnSpPr>
          <p:spPr>
            <a:xfrm>
              <a:off x="-1399001" y="4462962"/>
              <a:ext cx="634074" cy="211774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AA29E8A-9F02-4F08-975C-5BAB3EAD6725}"/>
                </a:ext>
              </a:extLst>
            </p:cNvPr>
            <p:cNvSpPr txBox="1"/>
            <p:nvPr/>
          </p:nvSpPr>
          <p:spPr>
            <a:xfrm>
              <a:off x="-945702" y="4570264"/>
              <a:ext cx="388960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0F323CC-DDCF-4003-9440-2D139C0DA1CD}"/>
              </a:ext>
            </a:extLst>
          </p:cNvPr>
          <p:cNvGrpSpPr/>
          <p:nvPr/>
        </p:nvGrpSpPr>
        <p:grpSpPr>
          <a:xfrm>
            <a:off x="4438649" y="3384715"/>
            <a:ext cx="500746" cy="642933"/>
            <a:chOff x="-1572876" y="3207306"/>
            <a:chExt cx="500746" cy="642933"/>
          </a:xfrm>
          <a:effectLst>
            <a:glow rad="50800">
              <a:schemeClr val="bg1"/>
            </a:glow>
          </a:effectLst>
        </p:grpSpPr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219F30A3-EC7C-4B16-9E59-6DAC0FAEE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50501" y="3207306"/>
              <a:ext cx="378371" cy="560383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0AAEB93-F1B4-49D6-9B6B-E1E5CAAF3A84}"/>
                </a:ext>
              </a:extLst>
            </p:cNvPr>
            <p:cNvSpPr txBox="1"/>
            <p:nvPr/>
          </p:nvSpPr>
          <p:spPr>
            <a:xfrm>
              <a:off x="-1572876" y="3662954"/>
              <a:ext cx="285103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015A3E2-79F5-499F-AE4D-349ABC1ED6E0}"/>
              </a:ext>
            </a:extLst>
          </p:cNvPr>
          <p:cNvGrpSpPr/>
          <p:nvPr/>
        </p:nvGrpSpPr>
        <p:grpSpPr>
          <a:xfrm>
            <a:off x="1187809" y="7671663"/>
            <a:ext cx="458435" cy="315892"/>
            <a:chOff x="-1388492" y="3214458"/>
            <a:chExt cx="458435" cy="315892"/>
          </a:xfrm>
          <a:effectLst>
            <a:glow rad="50800">
              <a:schemeClr val="bg1"/>
            </a:glow>
          </a:effectLst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5A3DD460-AFBF-4E6A-9E11-E29BFECEB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222527" y="3214458"/>
              <a:ext cx="292470" cy="201850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72750DA-14DA-4BA9-ADA0-9984EBE38D60}"/>
                </a:ext>
              </a:extLst>
            </p:cNvPr>
            <p:cNvSpPr txBox="1"/>
            <p:nvPr/>
          </p:nvSpPr>
          <p:spPr>
            <a:xfrm>
              <a:off x="-1388492" y="3343065"/>
              <a:ext cx="291393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CE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5B7063F-B8AA-4A73-ABAA-1600BAD751B2}"/>
              </a:ext>
            </a:extLst>
          </p:cNvPr>
          <p:cNvGrpSpPr/>
          <p:nvPr/>
        </p:nvGrpSpPr>
        <p:grpSpPr>
          <a:xfrm>
            <a:off x="2150667" y="7212685"/>
            <a:ext cx="910045" cy="285925"/>
            <a:chOff x="-1515610" y="4570264"/>
            <a:chExt cx="910045" cy="285925"/>
          </a:xfrm>
          <a:effectLst>
            <a:glow rad="50800">
              <a:schemeClr val="bg1"/>
            </a:glow>
          </a:effectLst>
        </p:grpSpPr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B0041141-242A-455A-BCC4-AFA75AF5DE73}"/>
                </a:ext>
              </a:extLst>
            </p:cNvPr>
            <p:cNvCxnSpPr>
              <a:cxnSpLocks/>
            </p:cNvCxnSpPr>
            <p:nvPr/>
          </p:nvCxnSpPr>
          <p:spPr>
            <a:xfrm>
              <a:off x="-1515610" y="4570264"/>
              <a:ext cx="715565" cy="207887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56E36AF-9DD6-433C-8982-DDA498E14BE8}"/>
                </a:ext>
              </a:extLst>
            </p:cNvPr>
            <p:cNvSpPr txBox="1"/>
            <p:nvPr/>
          </p:nvSpPr>
          <p:spPr>
            <a:xfrm>
              <a:off x="-912616" y="4668904"/>
              <a:ext cx="307051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37143AD-9830-4D62-9B9F-7C74CEC3582B}"/>
              </a:ext>
            </a:extLst>
          </p:cNvPr>
          <p:cNvGrpSpPr/>
          <p:nvPr/>
        </p:nvGrpSpPr>
        <p:grpSpPr>
          <a:xfrm>
            <a:off x="1002797" y="7468764"/>
            <a:ext cx="1011741" cy="228876"/>
            <a:chOff x="-1572876" y="3621363"/>
            <a:chExt cx="1011741" cy="228876"/>
          </a:xfrm>
          <a:effectLst>
            <a:glow rad="50800">
              <a:schemeClr val="bg1"/>
            </a:glow>
          </a:effectLst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E8BFA35C-110E-4316-8EA6-5538302F6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50500" y="3621363"/>
              <a:ext cx="889365" cy="146326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7955841-5FCE-497B-92B6-FFA8261C6463}"/>
                </a:ext>
              </a:extLst>
            </p:cNvPr>
            <p:cNvSpPr txBox="1"/>
            <p:nvPr/>
          </p:nvSpPr>
          <p:spPr>
            <a:xfrm>
              <a:off x="-1572876" y="3662954"/>
              <a:ext cx="285103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8E9B047-64B2-464E-B5D6-9AB67D9CB914}"/>
              </a:ext>
            </a:extLst>
          </p:cNvPr>
          <p:cNvGrpSpPr/>
          <p:nvPr/>
        </p:nvGrpSpPr>
        <p:grpSpPr>
          <a:xfrm>
            <a:off x="672765" y="5357120"/>
            <a:ext cx="707149" cy="743846"/>
            <a:chOff x="354014" y="3800074"/>
            <a:chExt cx="707149" cy="743846"/>
          </a:xfrm>
          <a:effectLst>
            <a:glow rad="50800">
              <a:schemeClr val="bg1"/>
            </a:glow>
          </a:effectLst>
        </p:grpSpPr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C7A8F35B-50B4-4EEF-9789-79D4CB66A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014" y="3987360"/>
              <a:ext cx="512738" cy="556560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04AB348-763C-483B-A159-E5B901C1FDAD}"/>
                </a:ext>
              </a:extLst>
            </p:cNvPr>
            <p:cNvSpPr txBox="1"/>
            <p:nvPr/>
          </p:nvSpPr>
          <p:spPr>
            <a:xfrm>
              <a:off x="616703" y="3800074"/>
              <a:ext cx="444460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Flow cell</a:t>
              </a:r>
            </a:p>
          </p:txBody>
        </p:sp>
      </p:grp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237E784-84E3-479D-A2B2-385F35A6952A}"/>
              </a:ext>
            </a:extLst>
          </p:cNvPr>
          <p:cNvCxnSpPr>
            <a:cxnSpLocks/>
          </p:cNvCxnSpPr>
          <p:nvPr/>
        </p:nvCxnSpPr>
        <p:spPr>
          <a:xfrm flipV="1">
            <a:off x="790639" y="6773850"/>
            <a:ext cx="87520" cy="234607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06B3AA4-99FC-47FC-8DFF-2E5E8838C98B}"/>
              </a:ext>
            </a:extLst>
          </p:cNvPr>
          <p:cNvCxnSpPr>
            <a:cxnSpLocks/>
          </p:cNvCxnSpPr>
          <p:nvPr/>
        </p:nvCxnSpPr>
        <p:spPr>
          <a:xfrm flipH="1">
            <a:off x="1856962" y="6758420"/>
            <a:ext cx="157576" cy="111704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23FF1C2-BC6D-46B4-84E4-4FA12C19DDE8}"/>
              </a:ext>
            </a:extLst>
          </p:cNvPr>
          <p:cNvCxnSpPr>
            <a:cxnSpLocks/>
          </p:cNvCxnSpPr>
          <p:nvPr/>
        </p:nvCxnSpPr>
        <p:spPr>
          <a:xfrm flipH="1" flipV="1">
            <a:off x="2599953" y="7087012"/>
            <a:ext cx="153708" cy="60452"/>
          </a:xfrm>
          <a:prstGeom prst="straightConnector1">
            <a:avLst/>
          </a:prstGeom>
          <a:ln w="38100">
            <a:solidFill>
              <a:srgbClr val="1368CC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F97BC33-EAA8-45AE-873D-9567DF701A05}"/>
              </a:ext>
            </a:extLst>
          </p:cNvPr>
          <p:cNvGrpSpPr/>
          <p:nvPr/>
        </p:nvGrpSpPr>
        <p:grpSpPr>
          <a:xfrm>
            <a:off x="3782316" y="4823997"/>
            <a:ext cx="710310" cy="1276969"/>
            <a:chOff x="374795" y="2867079"/>
            <a:chExt cx="710310" cy="1276969"/>
          </a:xfrm>
          <a:effectLst>
            <a:glow rad="50800">
              <a:schemeClr val="bg1"/>
            </a:glow>
          </a:effectLst>
        </p:grpSpPr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DE01B8FD-1B54-4503-96EC-2C43A5C33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95" y="3030091"/>
              <a:ext cx="429214" cy="1113957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B3FC747-C903-44DE-8D9E-5733B5F1F7B7}"/>
                </a:ext>
              </a:extLst>
            </p:cNvPr>
            <p:cNvSpPr txBox="1"/>
            <p:nvPr/>
          </p:nvSpPr>
          <p:spPr>
            <a:xfrm>
              <a:off x="608363" y="2867079"/>
              <a:ext cx="476742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ICP torch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2AD2B8D-DD8E-4415-B5CC-A1EAF63F5E1F}"/>
              </a:ext>
            </a:extLst>
          </p:cNvPr>
          <p:cNvGrpSpPr/>
          <p:nvPr/>
        </p:nvGrpSpPr>
        <p:grpSpPr>
          <a:xfrm>
            <a:off x="3737591" y="6733021"/>
            <a:ext cx="711055" cy="1035591"/>
            <a:chOff x="-398592" y="2774624"/>
            <a:chExt cx="711055" cy="1035591"/>
          </a:xfrm>
          <a:effectLst>
            <a:glow rad="50800">
              <a:schemeClr val="bg1"/>
            </a:glow>
          </a:effectLst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1DE42F7D-9A3A-4729-9EA3-DDDC13B03E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53867" y="2774624"/>
              <a:ext cx="117640" cy="953074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F0536B72-72AE-4B6A-BDB0-B4F21A891068}"/>
                </a:ext>
              </a:extLst>
            </p:cNvPr>
            <p:cNvSpPr txBox="1"/>
            <p:nvPr/>
          </p:nvSpPr>
          <p:spPr>
            <a:xfrm>
              <a:off x="-398592" y="3622930"/>
              <a:ext cx="711055" cy="18728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Nebulizer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C5D5AE8-D8E0-4C48-9F35-FD45F4920764}"/>
              </a:ext>
            </a:extLst>
          </p:cNvPr>
          <p:cNvGrpSpPr/>
          <p:nvPr/>
        </p:nvGrpSpPr>
        <p:grpSpPr>
          <a:xfrm>
            <a:off x="4643272" y="5679993"/>
            <a:ext cx="625817" cy="1126863"/>
            <a:chOff x="354015" y="3417057"/>
            <a:chExt cx="625817" cy="1126863"/>
          </a:xfrm>
          <a:effectLst>
            <a:glow rad="50800">
              <a:schemeClr val="bg1"/>
            </a:glow>
          </a:effectLst>
        </p:grpSpPr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F6FB3EC1-554B-4457-9C2A-C2547A8AC0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015" y="3616229"/>
              <a:ext cx="296454" cy="927691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30B42A5-5173-4ACD-8536-0782F6350550}"/>
                </a:ext>
              </a:extLst>
            </p:cNvPr>
            <p:cNvSpPr txBox="1"/>
            <p:nvPr/>
          </p:nvSpPr>
          <p:spPr>
            <a:xfrm>
              <a:off x="535372" y="3417057"/>
              <a:ext cx="444460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Flow cell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B2B32CF-67E4-47FC-857E-ECEC11CDD956}"/>
              </a:ext>
            </a:extLst>
          </p:cNvPr>
          <p:cNvGrpSpPr/>
          <p:nvPr/>
        </p:nvGrpSpPr>
        <p:grpSpPr>
          <a:xfrm>
            <a:off x="5063698" y="4797628"/>
            <a:ext cx="711055" cy="1710067"/>
            <a:chOff x="-73287" y="3375798"/>
            <a:chExt cx="711055" cy="1710067"/>
          </a:xfrm>
          <a:effectLst>
            <a:glow rad="50800">
              <a:schemeClr val="bg1"/>
            </a:glow>
          </a:effectLst>
        </p:grpSpPr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8F94BCF6-E9B3-4120-BD6C-F5020438A375}"/>
                </a:ext>
              </a:extLst>
            </p:cNvPr>
            <p:cNvCxnSpPr>
              <a:cxnSpLocks/>
            </p:cNvCxnSpPr>
            <p:nvPr/>
          </p:nvCxnSpPr>
          <p:spPr>
            <a:xfrm>
              <a:off x="235619" y="3542853"/>
              <a:ext cx="335840" cy="1543012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468D7801-D144-4FF7-A544-C5140966C642}"/>
                </a:ext>
              </a:extLst>
            </p:cNvPr>
            <p:cNvSpPr txBox="1"/>
            <p:nvPr/>
          </p:nvSpPr>
          <p:spPr>
            <a:xfrm>
              <a:off x="-73287" y="3375798"/>
              <a:ext cx="711055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Peristaltic pump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340875F-5F92-4E81-8326-D075101BFBD8}"/>
              </a:ext>
            </a:extLst>
          </p:cNvPr>
          <p:cNvGrpSpPr/>
          <p:nvPr/>
        </p:nvGrpSpPr>
        <p:grpSpPr>
          <a:xfrm>
            <a:off x="5718040" y="5471588"/>
            <a:ext cx="639393" cy="1120760"/>
            <a:chOff x="37195" y="3590534"/>
            <a:chExt cx="639393" cy="1120760"/>
          </a:xfrm>
          <a:effectLst>
            <a:glow rad="50800">
              <a:schemeClr val="bg1"/>
            </a:glow>
          </a:effectLst>
        </p:grpSpPr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5A60389F-C3BF-4F45-8D47-24C3CCA0720E}"/>
                </a:ext>
              </a:extLst>
            </p:cNvPr>
            <p:cNvCxnSpPr>
              <a:cxnSpLocks/>
            </p:cNvCxnSpPr>
            <p:nvPr/>
          </p:nvCxnSpPr>
          <p:spPr>
            <a:xfrm>
              <a:off x="306690" y="3852111"/>
              <a:ext cx="369898" cy="859183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headEnd type="oval" w="med" len="med"/>
              <a:tailEnd type="oval" w="med" len="med"/>
            </a:ln>
            <a:effectLst>
              <a:glow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3FC8D108-8707-4968-9FB9-141E224CC12C}"/>
                </a:ext>
              </a:extLst>
            </p:cNvPr>
            <p:cNvSpPr txBox="1"/>
            <p:nvPr/>
          </p:nvSpPr>
          <p:spPr>
            <a:xfrm>
              <a:off x="37195" y="3590534"/>
              <a:ext cx="578722" cy="37457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glow>
                <a:schemeClr val="bg1">
                  <a:alpha val="40000"/>
                </a:schemeClr>
              </a:glow>
            </a:effec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nl-NL" sz="11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bubbler</a:t>
              </a:r>
              <a:endParaRPr lang="nl-NL" sz="11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883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AC2464-2A78-42E2-9BA8-E4836823F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000" y="517235"/>
            <a:ext cx="3240000" cy="25188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01F766-0121-4594-B7DC-2E19B2638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000" y="3318320"/>
            <a:ext cx="3240000" cy="2518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8939C0-B70F-46EA-8B18-4FB814208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000" y="6119405"/>
            <a:ext cx="3240000" cy="25169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23D562-3A50-419E-AE8A-EFC381B459B9}"/>
              </a:ext>
            </a:extLst>
          </p:cNvPr>
          <p:cNvSpPr txBox="1"/>
          <p:nvPr/>
        </p:nvSpPr>
        <p:spPr>
          <a:xfrm>
            <a:off x="1569625" y="51723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777A40-0A3D-4BB6-821B-7A464A63BE7B}"/>
              </a:ext>
            </a:extLst>
          </p:cNvPr>
          <p:cNvSpPr txBox="1"/>
          <p:nvPr/>
        </p:nvSpPr>
        <p:spPr>
          <a:xfrm>
            <a:off x="1569625" y="331832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A3F1C-8776-42CF-84F6-952630DDB890}"/>
              </a:ext>
            </a:extLst>
          </p:cNvPr>
          <p:cNvSpPr txBox="1"/>
          <p:nvPr/>
        </p:nvSpPr>
        <p:spPr>
          <a:xfrm>
            <a:off x="1569625" y="611940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7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04290-514C-4100-999C-B3399E8B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10" y="255488"/>
            <a:ext cx="4320000" cy="4908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994238" y="1966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994238" y="153956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E52CB-D0E2-4C94-9518-9816936D2784}"/>
              </a:ext>
            </a:extLst>
          </p:cNvPr>
          <p:cNvSpPr txBox="1"/>
          <p:nvPr/>
        </p:nvSpPr>
        <p:spPr>
          <a:xfrm>
            <a:off x="994238" y="284379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46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53B904-945B-48C5-9BF3-EEB02469E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10" y="255488"/>
            <a:ext cx="4320000" cy="4908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994238" y="19660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994238" y="153956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E52CB-D0E2-4C94-9518-9816936D2784}"/>
              </a:ext>
            </a:extLst>
          </p:cNvPr>
          <p:cNvSpPr txBox="1"/>
          <p:nvPr/>
        </p:nvSpPr>
        <p:spPr>
          <a:xfrm>
            <a:off x="994238" y="284379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968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18877</TotalTime>
  <Words>49</Words>
  <Application>Microsoft Office PowerPoint</Application>
  <PresentationFormat>Letter Paper (8.5x11 in)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Marquez Montes, Raul A</dc:creator>
  <cp:lastModifiedBy>Raul Marquez Montes</cp:lastModifiedBy>
  <cp:revision>439</cp:revision>
  <dcterms:created xsi:type="dcterms:W3CDTF">2021-10-12T14:27:40Z</dcterms:created>
  <dcterms:modified xsi:type="dcterms:W3CDTF">2025-06-18T17:43:52Z</dcterms:modified>
</cp:coreProperties>
</file>