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40" r:id="rId2"/>
    <p:sldId id="415" r:id="rId3"/>
    <p:sldId id="416" r:id="rId4"/>
    <p:sldId id="342" r:id="rId5"/>
    <p:sldId id="417" r:id="rId6"/>
    <p:sldId id="420" r:id="rId7"/>
    <p:sldId id="418" r:id="rId8"/>
    <p:sldId id="419" r:id="rId9"/>
    <p:sldId id="362" r:id="rId10"/>
    <p:sldId id="421" r:id="rId11"/>
    <p:sldId id="422" r:id="rId12"/>
    <p:sldId id="450" r:id="rId1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611"/>
    <a:srgbClr val="1368CC"/>
    <a:srgbClr val="596891"/>
    <a:srgbClr val="A9D18E"/>
    <a:srgbClr val="FFBD84"/>
    <a:srgbClr val="FFFF28"/>
    <a:srgbClr val="FFFF00"/>
    <a:srgbClr val="F46C62"/>
    <a:srgbClr val="F67E7E"/>
    <a:srgbClr val="FF8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62" autoAdjust="0"/>
    <p:restoredTop sz="96374" autoAdjust="0"/>
  </p:normalViewPr>
  <p:slideViewPr>
    <p:cSldViewPr snapToGrid="0">
      <p:cViewPr varScale="1">
        <p:scale>
          <a:sx n="60" d="100"/>
          <a:sy n="60" d="100"/>
        </p:scale>
        <p:origin x="2650" y="58"/>
      </p:cViewPr>
      <p:guideLst>
        <p:guide orient="horz" pos="2880"/>
        <p:guide pos="21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9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1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5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3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2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4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7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4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9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0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9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if"/><Relationship Id="rId5" Type="http://schemas.openxmlformats.org/officeDocument/2006/relationships/image" Target="../media/image4.tif"/><Relationship Id="rId4" Type="http://schemas.openxmlformats.org/officeDocument/2006/relationships/image" Target="../media/image3.t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7" Type="http://schemas.openxmlformats.org/officeDocument/2006/relationships/image" Target="../media/image11.tif"/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tif"/><Relationship Id="rId5" Type="http://schemas.openxmlformats.org/officeDocument/2006/relationships/image" Target="../media/image9.tif"/><Relationship Id="rId4" Type="http://schemas.openxmlformats.org/officeDocument/2006/relationships/image" Target="../media/image8.t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7" Type="http://schemas.openxmlformats.org/officeDocument/2006/relationships/image" Target="../media/image17.tif"/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tif"/><Relationship Id="rId5" Type="http://schemas.openxmlformats.org/officeDocument/2006/relationships/image" Target="../media/image15.tif"/><Relationship Id="rId4" Type="http://schemas.openxmlformats.org/officeDocument/2006/relationships/image" Target="../media/image14.t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"/><Relationship Id="rId2" Type="http://schemas.openxmlformats.org/officeDocument/2006/relationships/image" Target="../media/image18.t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tif"/><Relationship Id="rId4" Type="http://schemas.openxmlformats.org/officeDocument/2006/relationships/image" Target="../media/image20.t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"/><Relationship Id="rId7" Type="http://schemas.openxmlformats.org/officeDocument/2006/relationships/image" Target="../media/image27.tif"/><Relationship Id="rId2" Type="http://schemas.openxmlformats.org/officeDocument/2006/relationships/image" Target="../media/image22.t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tif"/><Relationship Id="rId5" Type="http://schemas.openxmlformats.org/officeDocument/2006/relationships/image" Target="../media/image25.tif"/><Relationship Id="rId4" Type="http://schemas.openxmlformats.org/officeDocument/2006/relationships/image" Target="../media/image24.t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"/><Relationship Id="rId7" Type="http://schemas.openxmlformats.org/officeDocument/2006/relationships/image" Target="../media/image33.tif"/><Relationship Id="rId2" Type="http://schemas.openxmlformats.org/officeDocument/2006/relationships/image" Target="../media/image28.t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tif"/><Relationship Id="rId5" Type="http://schemas.openxmlformats.org/officeDocument/2006/relationships/image" Target="../media/image31.tif"/><Relationship Id="rId4" Type="http://schemas.openxmlformats.org/officeDocument/2006/relationships/image" Target="../media/image30.t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"/><Relationship Id="rId2" Type="http://schemas.openxmlformats.org/officeDocument/2006/relationships/image" Target="../media/image34.t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if"/><Relationship Id="rId2" Type="http://schemas.openxmlformats.org/officeDocument/2006/relationships/image" Target="../media/image36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if"/><Relationship Id="rId2" Type="http://schemas.openxmlformats.org/officeDocument/2006/relationships/image" Target="../media/image38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if"/><Relationship Id="rId2" Type="http://schemas.openxmlformats.org/officeDocument/2006/relationships/image" Target="../media/image40.t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if"/><Relationship Id="rId2" Type="http://schemas.openxmlformats.org/officeDocument/2006/relationships/image" Target="../media/image42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tif"/><Relationship Id="rId2" Type="http://schemas.openxmlformats.org/officeDocument/2006/relationships/image" Target="../media/image44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4DDFE9-D09D-48A2-ACA0-D1411375A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36" y="2460032"/>
            <a:ext cx="3239619" cy="21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2728C1-1F8A-415A-9E61-AE9FB02AC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946" y="2460032"/>
            <a:ext cx="3239619" cy="216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4710C8-465E-40F6-8F17-777FECF61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672" y="103199"/>
            <a:ext cx="3304411" cy="2203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6F8136E-BDAD-49DE-9970-52111570EC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636" y="4822286"/>
            <a:ext cx="3240000" cy="107974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93FE98E-6AF8-4268-9731-951F5F5BE7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802" y="4822032"/>
            <a:ext cx="3240000" cy="1079746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350918-4C1C-4F9F-B86F-5A60E77A14B5}"/>
              </a:ext>
            </a:extLst>
          </p:cNvPr>
          <p:cNvSpPr txBox="1"/>
          <p:nvPr/>
        </p:nvSpPr>
        <p:spPr>
          <a:xfrm>
            <a:off x="1697991" y="50813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D90940-DB6F-4FC1-BE4D-F573E6E448AB}"/>
              </a:ext>
            </a:extLst>
          </p:cNvPr>
          <p:cNvSpPr txBox="1"/>
          <p:nvPr/>
        </p:nvSpPr>
        <p:spPr>
          <a:xfrm>
            <a:off x="-57191" y="2393352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229472-84BF-4573-AB13-2734F74E1778}"/>
              </a:ext>
            </a:extLst>
          </p:cNvPr>
          <p:cNvSpPr txBox="1"/>
          <p:nvPr/>
        </p:nvSpPr>
        <p:spPr>
          <a:xfrm>
            <a:off x="3424322" y="2393352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313DCE-185E-41A4-BC56-F9F45091DAA4}"/>
              </a:ext>
            </a:extLst>
          </p:cNvPr>
          <p:cNvSpPr txBox="1"/>
          <p:nvPr/>
        </p:nvSpPr>
        <p:spPr>
          <a:xfrm>
            <a:off x="-57191" y="4727036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E4FEAF-1AC0-4B64-BC77-BAA58DB03609}"/>
              </a:ext>
            </a:extLst>
          </p:cNvPr>
          <p:cNvSpPr txBox="1"/>
          <p:nvPr/>
        </p:nvSpPr>
        <p:spPr>
          <a:xfrm>
            <a:off x="3424322" y="4727036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469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5EBADA3-2146-401C-92CC-14FE15ABF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46" y="2460032"/>
            <a:ext cx="3239619" cy="216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E4826A-28E8-477B-BDDE-F8A3A0466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36" y="2460032"/>
            <a:ext cx="3239619" cy="216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C530B6-DD70-4E26-952E-87E2B6DCC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327" y="103199"/>
            <a:ext cx="3239619" cy="21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F2D02E-C951-471B-9114-EB0F1468A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54" y="103199"/>
            <a:ext cx="3304411" cy="220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1631E8-3A20-4A21-8C39-4E155A3F39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636" y="4822286"/>
            <a:ext cx="3240000" cy="10797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F35A35-9867-4886-B406-0EA1D51CD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1802" y="4822032"/>
            <a:ext cx="3240000" cy="1079746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350918-4C1C-4F9F-B86F-5A60E77A14B5}"/>
              </a:ext>
            </a:extLst>
          </p:cNvPr>
          <p:cNvSpPr txBox="1"/>
          <p:nvPr/>
        </p:nvSpPr>
        <p:spPr>
          <a:xfrm>
            <a:off x="-69066" y="50813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DC2B8-9AE0-4753-8E36-C7E937D8AE1A}"/>
              </a:ext>
            </a:extLst>
          </p:cNvPr>
          <p:cNvSpPr txBox="1"/>
          <p:nvPr/>
        </p:nvSpPr>
        <p:spPr>
          <a:xfrm>
            <a:off x="3448072" y="50813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D90940-DB6F-4FC1-BE4D-F573E6E448AB}"/>
              </a:ext>
            </a:extLst>
          </p:cNvPr>
          <p:cNvSpPr txBox="1"/>
          <p:nvPr/>
        </p:nvSpPr>
        <p:spPr>
          <a:xfrm>
            <a:off x="-69066" y="2393352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229472-84BF-4573-AB13-2734F74E1778}"/>
              </a:ext>
            </a:extLst>
          </p:cNvPr>
          <p:cNvSpPr txBox="1"/>
          <p:nvPr/>
        </p:nvSpPr>
        <p:spPr>
          <a:xfrm>
            <a:off x="3448072" y="2393352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313DCE-185E-41A4-BC56-F9F45091DAA4}"/>
              </a:ext>
            </a:extLst>
          </p:cNvPr>
          <p:cNvSpPr txBox="1"/>
          <p:nvPr/>
        </p:nvSpPr>
        <p:spPr>
          <a:xfrm>
            <a:off x="-69066" y="4727036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E4FEAF-1AC0-4B64-BC77-BAA58DB03609}"/>
              </a:ext>
            </a:extLst>
          </p:cNvPr>
          <p:cNvSpPr txBox="1"/>
          <p:nvPr/>
        </p:nvSpPr>
        <p:spPr>
          <a:xfrm>
            <a:off x="3448072" y="4727036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34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945517-F4A6-4F3D-AF88-8CD7B8FC5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4" y="103199"/>
            <a:ext cx="3304411" cy="220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030685-F50B-4875-BA77-2C65F9FF4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327" y="103199"/>
            <a:ext cx="3240000" cy="21602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5121E8-8A3F-47FE-A194-D87AE6559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946" y="2460032"/>
            <a:ext cx="3240000" cy="21602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5D0D3E-686A-499F-9894-2F3B81ECB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255" y="2460032"/>
            <a:ext cx="3240000" cy="21602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29461F7-930F-4760-8643-05753CF0F0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802" y="4822032"/>
            <a:ext cx="3240000" cy="10797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066C9BD-0271-493E-8180-84B3F6DC9C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636" y="4822286"/>
            <a:ext cx="3240000" cy="1079746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350918-4C1C-4F9F-B86F-5A60E77A14B5}"/>
              </a:ext>
            </a:extLst>
          </p:cNvPr>
          <p:cNvSpPr txBox="1"/>
          <p:nvPr/>
        </p:nvSpPr>
        <p:spPr>
          <a:xfrm>
            <a:off x="-69066" y="50813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DC2B8-9AE0-4753-8E36-C7E937D8AE1A}"/>
              </a:ext>
            </a:extLst>
          </p:cNvPr>
          <p:cNvSpPr txBox="1"/>
          <p:nvPr/>
        </p:nvSpPr>
        <p:spPr>
          <a:xfrm>
            <a:off x="3448072" y="50813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D90940-DB6F-4FC1-BE4D-F573E6E448AB}"/>
              </a:ext>
            </a:extLst>
          </p:cNvPr>
          <p:cNvSpPr txBox="1"/>
          <p:nvPr/>
        </p:nvSpPr>
        <p:spPr>
          <a:xfrm>
            <a:off x="-69066" y="2393352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229472-84BF-4573-AB13-2734F74E1778}"/>
              </a:ext>
            </a:extLst>
          </p:cNvPr>
          <p:cNvSpPr txBox="1"/>
          <p:nvPr/>
        </p:nvSpPr>
        <p:spPr>
          <a:xfrm>
            <a:off x="3448072" y="2393352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313DCE-185E-41A4-BC56-F9F45091DAA4}"/>
              </a:ext>
            </a:extLst>
          </p:cNvPr>
          <p:cNvSpPr txBox="1"/>
          <p:nvPr/>
        </p:nvSpPr>
        <p:spPr>
          <a:xfrm>
            <a:off x="-69066" y="4727036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E4FEAF-1AC0-4B64-BC77-BAA58DB03609}"/>
              </a:ext>
            </a:extLst>
          </p:cNvPr>
          <p:cNvSpPr txBox="1"/>
          <p:nvPr/>
        </p:nvSpPr>
        <p:spPr>
          <a:xfrm>
            <a:off x="3448072" y="4727036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926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68857C-9B5A-4B08-8AF9-6D861D057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535" y="454575"/>
            <a:ext cx="3240000" cy="2160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B88E4B-82EE-4A82-A78B-CD3632CA1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535" y="2766492"/>
            <a:ext cx="3240000" cy="14725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C999F4-C8CC-426F-B26F-5D1B76C5A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535" y="4390713"/>
            <a:ext cx="3240000" cy="147255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2BC515-1692-494B-A1E4-2AA124A3F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535" y="6014934"/>
            <a:ext cx="3240000" cy="1472557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13C5C5-8FA0-472E-B089-1620005AACEE}"/>
              </a:ext>
            </a:extLst>
          </p:cNvPr>
          <p:cNvSpPr txBox="1"/>
          <p:nvPr/>
        </p:nvSpPr>
        <p:spPr>
          <a:xfrm>
            <a:off x="1337335" y="454575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3133BD-0A53-46F2-8199-6CA75A4E5434}"/>
              </a:ext>
            </a:extLst>
          </p:cNvPr>
          <p:cNvSpPr txBox="1"/>
          <p:nvPr/>
        </p:nvSpPr>
        <p:spPr>
          <a:xfrm>
            <a:off x="1337335" y="2734863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1D99A2-05C5-4C71-B8B9-3A03F3CFE958}"/>
              </a:ext>
            </a:extLst>
          </p:cNvPr>
          <p:cNvSpPr txBox="1"/>
          <p:nvPr/>
        </p:nvSpPr>
        <p:spPr>
          <a:xfrm>
            <a:off x="1337335" y="4322170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23B372-D85C-4E21-BCCC-596DF7AD006A}"/>
              </a:ext>
            </a:extLst>
          </p:cNvPr>
          <p:cNvSpPr txBox="1"/>
          <p:nvPr/>
        </p:nvSpPr>
        <p:spPr>
          <a:xfrm>
            <a:off x="1337335" y="5979309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317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4E641E-3CF8-4978-A89D-2404BD581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25" y="2577109"/>
            <a:ext cx="3240000" cy="14725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187241-4CF2-48F1-9876-4FB171050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25" y="265192"/>
            <a:ext cx="3240000" cy="21602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C120FE-49CD-4660-AFE7-AB26215E0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25" y="4201330"/>
            <a:ext cx="3240000" cy="14725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B5BB1D-08B6-49FF-B2CD-C3437ED13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6200" y="403691"/>
            <a:ext cx="3240000" cy="14725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ECE00C-EA30-4015-900F-6FDC5F6FBF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2840" y="1960563"/>
            <a:ext cx="2986719" cy="21564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1BEF57-2A19-4643-8E34-19F60F28CC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200" y="4201330"/>
            <a:ext cx="3240000" cy="1472557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13C5C5-8FA0-472E-B089-1620005AACEE}"/>
              </a:ext>
            </a:extLst>
          </p:cNvPr>
          <p:cNvSpPr txBox="1"/>
          <p:nvPr/>
        </p:nvSpPr>
        <p:spPr>
          <a:xfrm>
            <a:off x="-106950" y="180875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3133BD-0A53-46F2-8199-6CA75A4E5434}"/>
              </a:ext>
            </a:extLst>
          </p:cNvPr>
          <p:cNvSpPr txBox="1"/>
          <p:nvPr/>
        </p:nvSpPr>
        <p:spPr>
          <a:xfrm>
            <a:off x="-106950" y="2545480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1D99A2-05C5-4C71-B8B9-3A03F3CFE958}"/>
              </a:ext>
            </a:extLst>
          </p:cNvPr>
          <p:cNvSpPr txBox="1"/>
          <p:nvPr/>
        </p:nvSpPr>
        <p:spPr>
          <a:xfrm>
            <a:off x="-106950" y="4132787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363136-38FD-48CA-AEC0-8B546DCD27BD}"/>
              </a:ext>
            </a:extLst>
          </p:cNvPr>
          <p:cNvSpPr txBox="1"/>
          <p:nvPr/>
        </p:nvSpPr>
        <p:spPr>
          <a:xfrm>
            <a:off x="3512127" y="180875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997CD6-D7C3-468A-9B4F-EA72E605F454}"/>
              </a:ext>
            </a:extLst>
          </p:cNvPr>
          <p:cNvSpPr txBox="1"/>
          <p:nvPr/>
        </p:nvSpPr>
        <p:spPr>
          <a:xfrm>
            <a:off x="3512127" y="1943591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406DFC-7243-4E3E-B6D4-B8C906714698}"/>
              </a:ext>
            </a:extLst>
          </p:cNvPr>
          <p:cNvSpPr txBox="1"/>
          <p:nvPr/>
        </p:nvSpPr>
        <p:spPr>
          <a:xfrm>
            <a:off x="3512127" y="4132787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54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93D9DF-9F7B-4376-8F08-E9B416E9C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25" y="265192"/>
            <a:ext cx="3240000" cy="2160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2EC405-D1DE-4120-8CF7-4A477828A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25" y="2577109"/>
            <a:ext cx="3240000" cy="14725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E78000-3A78-4688-8EFC-1D2ABDD6F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25" y="4201330"/>
            <a:ext cx="3240000" cy="14725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6B9E57-8C79-4A4B-96E5-0B43C66B6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840" y="1960563"/>
            <a:ext cx="2988000" cy="21573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8C2005-0CF4-4850-A34B-C3BDEEC07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200" y="403691"/>
            <a:ext cx="3240000" cy="14725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372F10-FB33-414F-B227-DAFC26D177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200" y="4201330"/>
            <a:ext cx="3240000" cy="1472557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13C5C5-8FA0-472E-B089-1620005AACEE}"/>
              </a:ext>
            </a:extLst>
          </p:cNvPr>
          <p:cNvSpPr txBox="1"/>
          <p:nvPr/>
        </p:nvSpPr>
        <p:spPr>
          <a:xfrm>
            <a:off x="-106950" y="180875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3133BD-0A53-46F2-8199-6CA75A4E5434}"/>
              </a:ext>
            </a:extLst>
          </p:cNvPr>
          <p:cNvSpPr txBox="1"/>
          <p:nvPr/>
        </p:nvSpPr>
        <p:spPr>
          <a:xfrm>
            <a:off x="-106950" y="2545480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1D99A2-05C5-4C71-B8B9-3A03F3CFE958}"/>
              </a:ext>
            </a:extLst>
          </p:cNvPr>
          <p:cNvSpPr txBox="1"/>
          <p:nvPr/>
        </p:nvSpPr>
        <p:spPr>
          <a:xfrm>
            <a:off x="-106950" y="4132787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363136-38FD-48CA-AEC0-8B546DCD27BD}"/>
              </a:ext>
            </a:extLst>
          </p:cNvPr>
          <p:cNvSpPr txBox="1"/>
          <p:nvPr/>
        </p:nvSpPr>
        <p:spPr>
          <a:xfrm>
            <a:off x="3512127" y="180875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997CD6-D7C3-468A-9B4F-EA72E605F454}"/>
              </a:ext>
            </a:extLst>
          </p:cNvPr>
          <p:cNvSpPr txBox="1"/>
          <p:nvPr/>
        </p:nvSpPr>
        <p:spPr>
          <a:xfrm>
            <a:off x="3512127" y="1943591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406DFC-7243-4E3E-B6D4-B8C906714698}"/>
              </a:ext>
            </a:extLst>
          </p:cNvPr>
          <p:cNvSpPr txBox="1"/>
          <p:nvPr/>
        </p:nvSpPr>
        <p:spPr>
          <a:xfrm>
            <a:off x="3512127" y="4132787"/>
            <a:ext cx="32157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463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9CC5239-FBCE-4143-BD02-FF7AB9A437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008"/>
          <a:stretch/>
        </p:blipFill>
        <p:spPr>
          <a:xfrm>
            <a:off x="3625739" y="2683669"/>
            <a:ext cx="1573923" cy="2142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C53159-EED8-402E-8C52-E37755DADB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163"/>
          <a:stretch/>
        </p:blipFill>
        <p:spPr>
          <a:xfrm>
            <a:off x="1597025" y="2683669"/>
            <a:ext cx="1472566" cy="214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7E0F35-BEF7-49A4-BE01-7FA87E1188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16"/>
          <a:stretch/>
        </p:blipFill>
        <p:spPr>
          <a:xfrm>
            <a:off x="3625736" y="352871"/>
            <a:ext cx="1573926" cy="21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A185E33-7990-44DD-8B59-17EBF0AD9A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499"/>
          <a:stretch/>
        </p:blipFill>
        <p:spPr>
          <a:xfrm>
            <a:off x="1529724" y="352871"/>
            <a:ext cx="1733230" cy="2160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F962C4-BAD2-4AF5-9744-10DBC08C9A17}"/>
              </a:ext>
            </a:extLst>
          </p:cNvPr>
          <p:cNvSpPr txBox="1"/>
          <p:nvPr/>
        </p:nvSpPr>
        <p:spPr>
          <a:xfrm>
            <a:off x="1501140" y="289859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C4359E-AE86-45DB-AE5A-550E790CB750}"/>
              </a:ext>
            </a:extLst>
          </p:cNvPr>
          <p:cNvSpPr txBox="1"/>
          <p:nvPr/>
        </p:nvSpPr>
        <p:spPr>
          <a:xfrm>
            <a:off x="1501140" y="262947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4EB0FD-3BCF-4709-BFBE-23F04908DD78}"/>
              </a:ext>
            </a:extLst>
          </p:cNvPr>
          <p:cNvSpPr txBox="1"/>
          <p:nvPr/>
        </p:nvSpPr>
        <p:spPr>
          <a:xfrm>
            <a:off x="3385498" y="289859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52BFDA-4F70-4D51-A852-40A89C127B03}"/>
              </a:ext>
            </a:extLst>
          </p:cNvPr>
          <p:cNvSpPr txBox="1"/>
          <p:nvPr/>
        </p:nvSpPr>
        <p:spPr>
          <a:xfrm>
            <a:off x="3385498" y="262947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12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E2EAEF-00DB-450E-9639-5C26DD28F6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16"/>
          <a:stretch/>
        </p:blipFill>
        <p:spPr>
          <a:xfrm>
            <a:off x="3625736" y="352871"/>
            <a:ext cx="1573926" cy="216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4618D0-D6C0-4FEF-A4E7-3FDB16060A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5617"/>
          <a:stretch/>
        </p:blipFill>
        <p:spPr>
          <a:xfrm>
            <a:off x="1529725" y="352871"/>
            <a:ext cx="1761814" cy="21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334FF9-B72B-40D5-85B5-94FC3EFA31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545"/>
          <a:stretch/>
        </p:blipFill>
        <p:spPr>
          <a:xfrm>
            <a:off x="1597024" y="2683669"/>
            <a:ext cx="1472567" cy="21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72F8D17-806D-4608-ADA2-FABF6D2F7B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524"/>
          <a:stretch/>
        </p:blipFill>
        <p:spPr>
          <a:xfrm>
            <a:off x="3625740" y="2683669"/>
            <a:ext cx="1635236" cy="2160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F962C4-BAD2-4AF5-9744-10DBC08C9A17}"/>
              </a:ext>
            </a:extLst>
          </p:cNvPr>
          <p:cNvSpPr txBox="1"/>
          <p:nvPr/>
        </p:nvSpPr>
        <p:spPr>
          <a:xfrm>
            <a:off x="1501140" y="289859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C4359E-AE86-45DB-AE5A-550E790CB750}"/>
              </a:ext>
            </a:extLst>
          </p:cNvPr>
          <p:cNvSpPr txBox="1"/>
          <p:nvPr/>
        </p:nvSpPr>
        <p:spPr>
          <a:xfrm>
            <a:off x="1501140" y="262947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4EB0FD-3BCF-4709-BFBE-23F04908DD78}"/>
              </a:ext>
            </a:extLst>
          </p:cNvPr>
          <p:cNvSpPr txBox="1"/>
          <p:nvPr/>
        </p:nvSpPr>
        <p:spPr>
          <a:xfrm>
            <a:off x="3385498" y="289859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52BFDA-4F70-4D51-A852-40A89C127B03}"/>
              </a:ext>
            </a:extLst>
          </p:cNvPr>
          <p:cNvSpPr txBox="1"/>
          <p:nvPr/>
        </p:nvSpPr>
        <p:spPr>
          <a:xfrm>
            <a:off x="3385498" y="262947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49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4C13A-5B90-4CD4-8DF7-467FBED1E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88" y="370029"/>
            <a:ext cx="3240000" cy="2160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1822CE-8D66-4B4D-8ABB-BB286B9BB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488" y="2668267"/>
            <a:ext cx="3240000" cy="21602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1772488" y="370029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1772488" y="266826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34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1B06D1-E0AC-48B4-BC6B-78EB3AD5D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88" y="370029"/>
            <a:ext cx="3240000" cy="21602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F1ED1F-5F71-4416-A314-052F47764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488" y="2668267"/>
            <a:ext cx="3240000" cy="21602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1772488" y="370029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1772488" y="266826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63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C81C8E-1B62-4237-A600-479BCCD53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88" y="370029"/>
            <a:ext cx="3240000" cy="2160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92617B-4F10-430C-A51D-5BC6829AA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488" y="2668267"/>
            <a:ext cx="3240000" cy="21602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1772488" y="370029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1772488" y="266826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90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E56145-06EC-4618-81E2-9F24D9738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92" y="2310008"/>
            <a:ext cx="3600000" cy="18006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B7EEB1-D00E-400B-BFAD-1F5A5D006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592" y="386263"/>
            <a:ext cx="3600000" cy="18006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1036217" y="310653"/>
            <a:ext cx="24234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16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16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1036217" y="2262508"/>
            <a:ext cx="24234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26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18877</TotalTime>
  <Words>49</Words>
  <Application>Microsoft Office PowerPoint</Application>
  <PresentationFormat>Letter Paper (8.5x11 in)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Marquez Montes, Raul A</dc:creator>
  <cp:lastModifiedBy>Raul Marquez Montes</cp:lastModifiedBy>
  <cp:revision>439</cp:revision>
  <dcterms:created xsi:type="dcterms:W3CDTF">2021-10-12T14:27:40Z</dcterms:created>
  <dcterms:modified xsi:type="dcterms:W3CDTF">2025-06-18T17:42:52Z</dcterms:modified>
</cp:coreProperties>
</file>