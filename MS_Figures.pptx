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57" r:id="rId4"/>
    <p:sldId id="260" r:id="rId5"/>
    <p:sldId id="263" r:id="rId6"/>
    <p:sldId id="265" r:id="rId7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2164"/>
    <a:srgbClr val="FF8805"/>
    <a:srgbClr val="FF9E34"/>
    <a:srgbClr val="FF871C"/>
    <a:srgbClr val="FF881F"/>
    <a:srgbClr val="32D932"/>
    <a:srgbClr val="14CC14"/>
    <a:srgbClr val="FFBB6F"/>
    <a:srgbClr val="FF8F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97" autoAdjust="0"/>
    <p:restoredTop sz="96374" autoAdjust="0"/>
  </p:normalViewPr>
  <p:slideViewPr>
    <p:cSldViewPr snapToGrid="0">
      <p:cViewPr varScale="1">
        <p:scale>
          <a:sx n="60" d="100"/>
          <a:sy n="60" d="100"/>
        </p:scale>
        <p:origin x="2933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9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4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7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4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0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9D718-08F2-4208-8694-E61BD029969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4429-0D11-42CC-BCE3-801500467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if"/><Relationship Id="rId5" Type="http://schemas.openxmlformats.org/officeDocument/2006/relationships/image" Target="../media/image6.tif"/><Relationship Id="rId4" Type="http://schemas.openxmlformats.org/officeDocument/2006/relationships/image" Target="../media/image5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if"/><Relationship Id="rId4" Type="http://schemas.openxmlformats.org/officeDocument/2006/relationships/image" Target="../media/image12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"/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"/><Relationship Id="rId7" Type="http://schemas.openxmlformats.org/officeDocument/2006/relationships/image" Target="../media/image21.tif"/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tif"/><Relationship Id="rId5" Type="http://schemas.openxmlformats.org/officeDocument/2006/relationships/image" Target="../media/image19.tif"/><Relationship Id="rId4" Type="http://schemas.openxmlformats.org/officeDocument/2006/relationships/image" Target="../media/image18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eaction&#10;&#10;AI-generated content may be incorrect.">
            <a:extLst>
              <a:ext uri="{FF2B5EF4-FFF2-40B4-BE49-F238E27FC236}">
                <a16:creationId xmlns:a16="http://schemas.microsoft.com/office/drawing/2014/main" id="{8DE3A387-73A4-EA36-7658-C782A837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7" y="1422100"/>
            <a:ext cx="3935898" cy="230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49645D-FF0D-485E-8323-E797135D0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909" y="1422100"/>
            <a:ext cx="3455594" cy="2304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A203E0E4-E915-4B24-B9FC-694F9C7CEF56}"/>
              </a:ext>
            </a:extLst>
          </p:cNvPr>
          <p:cNvSpPr/>
          <p:nvPr/>
        </p:nvSpPr>
        <p:spPr>
          <a:xfrm>
            <a:off x="-14706600" y="-9639300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707CBB-B8C5-47D4-9977-320440960907}"/>
              </a:ext>
            </a:extLst>
          </p:cNvPr>
          <p:cNvSpPr/>
          <p:nvPr/>
        </p:nvSpPr>
        <p:spPr>
          <a:xfrm>
            <a:off x="-14706600" y="18102854"/>
            <a:ext cx="40728900" cy="12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EE1EC-BDB3-450B-837A-53CDF1BB9FFB}"/>
              </a:ext>
            </a:extLst>
          </p:cNvPr>
          <p:cNvSpPr txBox="1"/>
          <p:nvPr/>
        </p:nvSpPr>
        <p:spPr>
          <a:xfrm>
            <a:off x="32336" y="136038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effectLst>
                <a:glow rad="127000">
                  <a:schemeClr val="bg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D5DE-7BF8-4B4F-8282-F4819A92E7E8}"/>
              </a:ext>
            </a:extLst>
          </p:cNvPr>
          <p:cNvSpPr txBox="1"/>
          <p:nvPr/>
        </p:nvSpPr>
        <p:spPr>
          <a:xfrm>
            <a:off x="4061609" y="136038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88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8FB329D-3A20-40E9-8D7E-F039684A9A95}"/>
              </a:ext>
            </a:extLst>
          </p:cNvPr>
          <p:cNvSpPr txBox="1"/>
          <p:nvPr/>
        </p:nvSpPr>
        <p:spPr>
          <a:xfrm>
            <a:off x="1289398" y="35750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B6390-605C-4FED-B295-16B1C78D857A}"/>
              </a:ext>
            </a:extLst>
          </p:cNvPr>
          <p:cNvSpPr txBox="1"/>
          <p:nvPr/>
        </p:nvSpPr>
        <p:spPr>
          <a:xfrm>
            <a:off x="1289398" y="2265245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68220-3898-4C70-87B4-50D09F6F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797" y="414653"/>
            <a:ext cx="3960000" cy="1799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B911D0-911E-4F64-9950-8368D1A0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797" y="2300171"/>
            <a:ext cx="3960000" cy="1799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6F3D83-1BB6-41C6-B6B6-E198F81A7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797" y="4185688"/>
            <a:ext cx="3960000" cy="17997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30290C-EC45-4D99-82E4-7BD0334BF830}"/>
              </a:ext>
            </a:extLst>
          </p:cNvPr>
          <p:cNvSpPr txBox="1"/>
          <p:nvPr/>
        </p:nvSpPr>
        <p:spPr>
          <a:xfrm>
            <a:off x="1289398" y="413806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521AAA-3530-48D8-B943-68B5970032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745"/>
          <a:stretch/>
        </p:blipFill>
        <p:spPr>
          <a:xfrm>
            <a:off x="3605761" y="6150580"/>
            <a:ext cx="1905036" cy="2578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6298EA-5C79-4A0A-9CAB-1614D934E8C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745"/>
          <a:stretch/>
        </p:blipFill>
        <p:spPr>
          <a:xfrm>
            <a:off x="1397872" y="6150580"/>
            <a:ext cx="1905037" cy="25787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27ECBB-F001-461B-8C34-07B873764110}"/>
              </a:ext>
            </a:extLst>
          </p:cNvPr>
          <p:cNvSpPr txBox="1"/>
          <p:nvPr/>
        </p:nvSpPr>
        <p:spPr>
          <a:xfrm>
            <a:off x="1473548" y="615058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AC8346-28AE-4F9A-A0D7-5B9B8D5982E1}"/>
              </a:ext>
            </a:extLst>
          </p:cNvPr>
          <p:cNvSpPr txBox="1"/>
          <p:nvPr/>
        </p:nvSpPr>
        <p:spPr>
          <a:xfrm>
            <a:off x="3618461" y="615058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8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B1F19D-88F7-4380-ADF3-240AB650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670" y="967103"/>
            <a:ext cx="2137657" cy="3205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4833CE-0814-445D-84B4-3C3D52D5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5" y="967103"/>
            <a:ext cx="3205354" cy="32053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FB329D-3A20-40E9-8D7E-F039684A9A95}"/>
              </a:ext>
            </a:extLst>
          </p:cNvPr>
          <p:cNvSpPr txBox="1"/>
          <p:nvPr/>
        </p:nvSpPr>
        <p:spPr>
          <a:xfrm>
            <a:off x="514698" y="96710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6C2D0A-4725-4C0F-9B87-4BDE8979F15E}"/>
              </a:ext>
            </a:extLst>
          </p:cNvPr>
          <p:cNvSpPr txBox="1"/>
          <p:nvPr/>
        </p:nvSpPr>
        <p:spPr>
          <a:xfrm>
            <a:off x="3911600" y="96710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5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E3C3857-B6B4-4616-A2F5-C39747D72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039" y="563992"/>
            <a:ext cx="3420000" cy="18998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D2CF97-2C0A-4EED-9E33-50E63077A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039" y="2140496"/>
            <a:ext cx="3420000" cy="22802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0A3FB3-8034-48FC-9621-5BBAE20A66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82"/>
          <a:stretch/>
        </p:blipFill>
        <p:spPr>
          <a:xfrm>
            <a:off x="88255" y="2620764"/>
            <a:ext cx="4278159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C83478-66EE-49B1-8137-CFDDD82366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82"/>
          <a:stretch/>
        </p:blipFill>
        <p:spPr>
          <a:xfrm>
            <a:off x="88255" y="563992"/>
            <a:ext cx="4278159" cy="180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FB329D-3A20-40E9-8D7E-F039684A9A95}"/>
              </a:ext>
            </a:extLst>
          </p:cNvPr>
          <p:cNvSpPr txBox="1"/>
          <p:nvPr/>
        </p:nvSpPr>
        <p:spPr>
          <a:xfrm>
            <a:off x="32978" y="46570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B6390-605C-4FED-B295-16B1C78D857A}"/>
              </a:ext>
            </a:extLst>
          </p:cNvPr>
          <p:cNvSpPr txBox="1"/>
          <p:nvPr/>
        </p:nvSpPr>
        <p:spPr>
          <a:xfrm>
            <a:off x="32978" y="2483700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DB423B-4F38-4839-923C-6E9E18420332}"/>
              </a:ext>
            </a:extLst>
          </p:cNvPr>
          <p:cNvSpPr txBox="1"/>
          <p:nvPr/>
        </p:nvSpPr>
        <p:spPr>
          <a:xfrm>
            <a:off x="4434391" y="465708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9766D8-7179-4EEF-A76C-991E944762B0}"/>
              </a:ext>
            </a:extLst>
          </p:cNvPr>
          <p:cNvSpPr txBox="1"/>
          <p:nvPr/>
        </p:nvSpPr>
        <p:spPr>
          <a:xfrm>
            <a:off x="4434391" y="2082104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4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C89168-A12B-4E28-B454-E32E50BD5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" y="513428"/>
            <a:ext cx="3611938" cy="410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6AF0A-1252-482E-91BD-718738847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093" y="513428"/>
            <a:ext cx="3611937" cy="4104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FB329D-3A20-40E9-8D7E-F039684A9A95}"/>
              </a:ext>
            </a:extLst>
          </p:cNvPr>
          <p:cNvSpPr txBox="1"/>
          <p:nvPr/>
        </p:nvSpPr>
        <p:spPr>
          <a:xfrm>
            <a:off x="30828" y="4614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6C2D0A-4725-4C0F-9B87-4BDE8979F15E}"/>
              </a:ext>
            </a:extLst>
          </p:cNvPr>
          <p:cNvSpPr txBox="1"/>
          <p:nvPr/>
        </p:nvSpPr>
        <p:spPr>
          <a:xfrm>
            <a:off x="3734473" y="461459"/>
            <a:ext cx="20585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E4B77-E17C-4336-938F-BE4929D72FD2}"/>
              </a:ext>
            </a:extLst>
          </p:cNvPr>
          <p:cNvSpPr txBox="1"/>
          <p:nvPr/>
        </p:nvSpPr>
        <p:spPr>
          <a:xfrm>
            <a:off x="30828" y="15790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77408-0A1F-4F9B-BE9C-0CEC1B8BD0E6}"/>
              </a:ext>
            </a:extLst>
          </p:cNvPr>
          <p:cNvSpPr txBox="1"/>
          <p:nvPr/>
        </p:nvSpPr>
        <p:spPr>
          <a:xfrm>
            <a:off x="3734473" y="1579059"/>
            <a:ext cx="20585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87BC8-E19B-4297-A908-1B74E943661F}"/>
              </a:ext>
            </a:extLst>
          </p:cNvPr>
          <p:cNvSpPr txBox="1"/>
          <p:nvPr/>
        </p:nvSpPr>
        <p:spPr>
          <a:xfrm>
            <a:off x="30828" y="2696659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60A285-CA4E-44D2-BDBC-24749A8C7496}"/>
              </a:ext>
            </a:extLst>
          </p:cNvPr>
          <p:cNvSpPr txBox="1"/>
          <p:nvPr/>
        </p:nvSpPr>
        <p:spPr>
          <a:xfrm>
            <a:off x="3734473" y="2696659"/>
            <a:ext cx="20585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01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9841E6-F659-46BC-9B57-DA12A9F395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201"/>
          <a:stretch/>
        </p:blipFill>
        <p:spPr>
          <a:xfrm>
            <a:off x="261856" y="1012453"/>
            <a:ext cx="3960000" cy="14902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35EDC5-F7F2-4612-9EDC-F966DF2C65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201"/>
          <a:stretch/>
        </p:blipFill>
        <p:spPr>
          <a:xfrm>
            <a:off x="261856" y="2502663"/>
            <a:ext cx="3960000" cy="14902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2C4FB3-111D-43A3-8F99-819D8386C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99" y="3992873"/>
            <a:ext cx="3960457" cy="180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1FA93F-5C00-41A8-9E25-FE26FD3859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586"/>
          <a:stretch/>
        </p:blipFill>
        <p:spPr>
          <a:xfrm>
            <a:off x="4453873" y="1012454"/>
            <a:ext cx="1734227" cy="23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96CD6E-29D3-4134-8B46-D4FA68622DF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586"/>
          <a:stretch/>
        </p:blipFill>
        <p:spPr>
          <a:xfrm>
            <a:off x="6422583" y="1012454"/>
            <a:ext cx="1734227" cy="23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79A96F-CF62-443E-9290-C1BA92BF2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180" y="3452873"/>
            <a:ext cx="3509586" cy="234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BD700F1-FA55-4088-9D0D-B7631A3F043C}"/>
              </a:ext>
            </a:extLst>
          </p:cNvPr>
          <p:cNvSpPr txBox="1"/>
          <p:nvPr/>
        </p:nvSpPr>
        <p:spPr>
          <a:xfrm>
            <a:off x="0" y="955303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5D3AE5-7AE9-42ED-9AA1-73814FF1CF9C}"/>
              </a:ext>
            </a:extLst>
          </p:cNvPr>
          <p:cNvSpPr txBox="1"/>
          <p:nvPr/>
        </p:nvSpPr>
        <p:spPr>
          <a:xfrm>
            <a:off x="0" y="246773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3022F0-1137-48AC-8248-BBE9EB7F018B}"/>
              </a:ext>
            </a:extLst>
          </p:cNvPr>
          <p:cNvSpPr txBox="1"/>
          <p:nvPr/>
        </p:nvSpPr>
        <p:spPr>
          <a:xfrm>
            <a:off x="0" y="3945457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902D45-861D-4D8C-B95F-E09855188BC7}"/>
              </a:ext>
            </a:extLst>
          </p:cNvPr>
          <p:cNvSpPr txBox="1"/>
          <p:nvPr/>
        </p:nvSpPr>
        <p:spPr>
          <a:xfrm>
            <a:off x="4279204" y="97464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F2BD4A-1E14-4C6A-A1FC-7E749C4CC979}"/>
              </a:ext>
            </a:extLst>
          </p:cNvPr>
          <p:cNvSpPr txBox="1"/>
          <p:nvPr/>
        </p:nvSpPr>
        <p:spPr>
          <a:xfrm>
            <a:off x="6215322" y="974641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1E1D2F-4F66-4E59-B179-DAAA85111971}"/>
              </a:ext>
            </a:extLst>
          </p:cNvPr>
          <p:cNvSpPr txBox="1"/>
          <p:nvPr/>
        </p:nvSpPr>
        <p:spPr>
          <a:xfrm>
            <a:off x="4652180" y="3364732"/>
            <a:ext cx="2423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nl-NL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7DD667-9301-4339-86E8-B3B4CAD65AA7}"/>
              </a:ext>
            </a:extLst>
          </p:cNvPr>
          <p:cNvSpPr/>
          <p:nvPr/>
        </p:nvSpPr>
        <p:spPr>
          <a:xfrm>
            <a:off x="-10306050" y="-3086100"/>
            <a:ext cx="28898850" cy="304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8CD561-DBA9-45D3-AAFC-42D28F87B0CC}"/>
              </a:ext>
            </a:extLst>
          </p:cNvPr>
          <p:cNvSpPr/>
          <p:nvPr/>
        </p:nvSpPr>
        <p:spPr>
          <a:xfrm>
            <a:off x="-10306050" y="11506200"/>
            <a:ext cx="28898850" cy="304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1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6255</TotalTime>
  <Words>25</Words>
  <Application>Microsoft Office PowerPoint</Application>
  <PresentationFormat>Letter Paper (8.5x11 in)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Marquez Montes, Raul A</dc:creator>
  <cp:lastModifiedBy>Raul Marquez Montes</cp:lastModifiedBy>
  <cp:revision>104</cp:revision>
  <dcterms:created xsi:type="dcterms:W3CDTF">2021-10-12T14:27:40Z</dcterms:created>
  <dcterms:modified xsi:type="dcterms:W3CDTF">2025-06-18T17:05:15Z</dcterms:modified>
</cp:coreProperties>
</file>